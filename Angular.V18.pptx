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71" r:id="rId4"/>
    <p:sldId id="264" r:id="rId5"/>
    <p:sldId id="274" r:id="rId6"/>
    <p:sldId id="276" r:id="rId7"/>
    <p:sldId id="275" r:id="rId8"/>
    <p:sldId id="272" r:id="rId9"/>
    <p:sldId id="273" r:id="rId10"/>
    <p:sldId id="277" r:id="rId11"/>
    <p:sldId id="278" r:id="rId12"/>
    <p:sldId id="279" r:id="rId13"/>
    <p:sldId id="280" r:id="rId14"/>
    <p:sldId id="281" r:id="rId15"/>
    <p:sldId id="282" r:id="rId16"/>
    <p:sldId id="283" r:id="rId17"/>
    <p:sldId id="284" r:id="rId18"/>
    <p:sldId id="285" r:id="rId19"/>
    <p:sldId id="287" r:id="rId20"/>
    <p:sldId id="289" r:id="rId21"/>
    <p:sldId id="286" r:id="rId22"/>
    <p:sldId id="290" r:id="rId23"/>
    <p:sldId id="288" r:id="rId24"/>
    <p:sldId id="291" r:id="rId25"/>
    <p:sldId id="29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6" d="100"/>
          <a:sy n="66" d="100"/>
        </p:scale>
        <p:origin x="672" y="-1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18" name="Shape 10"/>
          <p:cNvSpPr/>
          <p:nvPr userDrawn="1"/>
        </p:nvSpPr>
        <p:spPr>
          <a:xfrm>
            <a:off x="10059311" y="877033"/>
            <a:ext cx="1732400" cy="577200"/>
          </a:xfrm>
          <a:prstGeom prst="triangle">
            <a:avLst>
              <a:gd name="adj" fmla="val 32425"/>
            </a:avLst>
          </a:prstGeom>
          <a:solidFill>
            <a:srgbClr val="352E13"/>
          </a:solidFill>
          <a:ln>
            <a:noFill/>
          </a:ln>
        </p:spPr>
        <p:txBody>
          <a:bodyPr spcFirstLastPara="1" wrap="square" lIns="121900" tIns="121900" rIns="121900" bIns="121900" anchor="ctr" anchorCtr="0">
            <a:noAutofit/>
          </a:bodyPr>
          <a:lstStyle/>
          <a:p>
            <a:pPr marL="0" lvl="0" indent="0" rtl="0">
              <a:spcBef>
                <a:spcPts val="0"/>
              </a:spcBef>
              <a:spcAft>
                <a:spcPts val="0"/>
              </a:spcAft>
              <a:buNone/>
            </a:pPr>
            <a:endParaRPr sz="2400" dirty="0">
              <a:latin typeface="Arvo"/>
              <a:ea typeface="Arvo"/>
              <a:cs typeface="Arvo"/>
              <a:sym typeface="Arvo"/>
            </a:endParaRPr>
          </a:p>
        </p:txBody>
      </p:sp>
      <p:grpSp>
        <p:nvGrpSpPr>
          <p:cNvPr id="19" name="Shape 11"/>
          <p:cNvGrpSpPr/>
          <p:nvPr userDrawn="1"/>
        </p:nvGrpSpPr>
        <p:grpSpPr>
          <a:xfrm>
            <a:off x="1" y="-9451"/>
            <a:ext cx="11548531" cy="6867451"/>
            <a:chOff x="0" y="-7088"/>
            <a:chExt cx="8661398" cy="5150588"/>
          </a:xfrm>
          <a:solidFill>
            <a:schemeClr val="bg1">
              <a:lumMod val="95000"/>
            </a:schemeClr>
          </a:solidFill>
        </p:grpSpPr>
        <p:sp>
          <p:nvSpPr>
            <p:cNvPr id="20" name="Shape 12"/>
            <p:cNvSpPr/>
            <p:nvPr/>
          </p:nvSpPr>
          <p:spPr>
            <a:xfrm>
              <a:off x="0" y="0"/>
              <a:ext cx="3525000" cy="5143500"/>
            </a:xfrm>
            <a:prstGeom prst="rect">
              <a:avLst/>
            </a:prstGeom>
            <a:grpFill/>
            <a:ln>
              <a:noFill/>
            </a:ln>
          </p:spPr>
          <p:txBody>
            <a:bodyPr spcFirstLastPara="1" wrap="square" lIns="91425" tIns="91425" rIns="91425" bIns="91425" anchor="ctr" anchorCtr="0">
              <a:noAutofit/>
            </a:bodyPr>
            <a:lstStyle/>
            <a:p>
              <a:pPr marL="0" lvl="0" indent="0">
                <a:spcBef>
                  <a:spcPts val="0"/>
                </a:spcBef>
                <a:spcAft>
                  <a:spcPts val="0"/>
                </a:spcAft>
                <a:buNone/>
              </a:pPr>
              <a:endParaRPr sz="2400" dirty="0">
                <a:latin typeface="Roboto Condensed" pitchFamily="2" charset="0"/>
              </a:endParaRPr>
            </a:p>
          </p:txBody>
        </p:sp>
        <p:sp>
          <p:nvSpPr>
            <p:cNvPr id="21" name="Shape 13"/>
            <p:cNvSpPr/>
            <p:nvPr/>
          </p:nvSpPr>
          <p:spPr>
            <a:xfrm rot="10800000" flipH="1">
              <a:off x="3517898" y="-7088"/>
              <a:ext cx="5143500" cy="5143500"/>
            </a:xfrm>
            <a:prstGeom prst="rtTriangle">
              <a:avLst/>
            </a:prstGeom>
            <a:grpFill/>
            <a:ln>
              <a:noFill/>
            </a:ln>
          </p:spPr>
          <p:txBody>
            <a:bodyPr spcFirstLastPara="1" wrap="square" lIns="91425" tIns="91425" rIns="91425" bIns="91425" anchor="ctr" anchorCtr="0">
              <a:noAutofit/>
            </a:bodyPr>
            <a:lstStyle/>
            <a:p>
              <a:pPr marL="0" lvl="0" indent="0" rtl="0">
                <a:spcBef>
                  <a:spcPts val="0"/>
                </a:spcBef>
                <a:spcAft>
                  <a:spcPts val="0"/>
                </a:spcAft>
                <a:buNone/>
              </a:pPr>
              <a:endParaRPr sz="2400" dirty="0">
                <a:latin typeface="Arvo"/>
                <a:ea typeface="Arvo"/>
                <a:cs typeface="Arvo"/>
                <a:sym typeface="Arvo"/>
              </a:endParaRPr>
            </a:p>
          </p:txBody>
        </p:sp>
      </p:grpSp>
      <p:grpSp>
        <p:nvGrpSpPr>
          <p:cNvPr id="22" name="Shape 14"/>
          <p:cNvGrpSpPr/>
          <p:nvPr/>
        </p:nvGrpSpPr>
        <p:grpSpPr>
          <a:xfrm rot="10800000" flipH="1">
            <a:off x="3" y="1454351"/>
            <a:ext cx="11796669" cy="3949300"/>
            <a:chOff x="-8178042" y="-4493254"/>
            <a:chExt cx="19483598" cy="6522736"/>
          </a:xfrm>
          <a:solidFill>
            <a:srgbClr val="F29B4C"/>
          </a:solidFill>
        </p:grpSpPr>
        <p:sp>
          <p:nvSpPr>
            <p:cNvPr id="23" name="Shape 15"/>
            <p:cNvSpPr/>
            <p:nvPr/>
          </p:nvSpPr>
          <p:spPr>
            <a:xfrm>
              <a:off x="-8178042" y="-4493118"/>
              <a:ext cx="12968400" cy="6522600"/>
            </a:xfrm>
            <a:prstGeom prst="rect">
              <a:avLst/>
            </a:prstGeom>
            <a:solidFill>
              <a:srgbClr val="2384AF"/>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sz="2400" dirty="0">
                <a:latin typeface="Arvo"/>
                <a:ea typeface="Arvo"/>
                <a:cs typeface="Arvo"/>
                <a:sym typeface="Arvo"/>
              </a:endParaRPr>
            </a:p>
          </p:txBody>
        </p:sp>
        <p:sp>
          <p:nvSpPr>
            <p:cNvPr id="24" name="Shape 16"/>
            <p:cNvSpPr/>
            <p:nvPr/>
          </p:nvSpPr>
          <p:spPr>
            <a:xfrm>
              <a:off x="4782955" y="-4493254"/>
              <a:ext cx="6522600" cy="6522600"/>
            </a:xfrm>
            <a:prstGeom prst="rtTriangle">
              <a:avLst/>
            </a:prstGeom>
            <a:solidFill>
              <a:srgbClr val="2384AF"/>
            </a:solidFill>
            <a:ln>
              <a:noFill/>
            </a:ln>
          </p:spPr>
          <p:txBody>
            <a:bodyPr spcFirstLastPara="1" wrap="square" lIns="91425" tIns="91425" rIns="91425" bIns="91425" anchor="ctr" anchorCtr="0">
              <a:noAutofit/>
            </a:bodyPr>
            <a:lstStyle/>
            <a:p>
              <a:pPr marL="0" lvl="0" indent="0" rtl="0">
                <a:spcBef>
                  <a:spcPts val="0"/>
                </a:spcBef>
                <a:spcAft>
                  <a:spcPts val="0"/>
                </a:spcAft>
                <a:buNone/>
              </a:pPr>
              <a:endParaRPr sz="2400" dirty="0">
                <a:latin typeface="Arvo"/>
                <a:ea typeface="Arvo"/>
                <a:cs typeface="Arvo"/>
                <a:sym typeface="Arvo"/>
              </a:endParaRPr>
            </a:p>
          </p:txBody>
        </p:sp>
      </p:grpSp>
      <p:grpSp>
        <p:nvGrpSpPr>
          <p:cNvPr id="25" name="Shape 17"/>
          <p:cNvGrpSpPr/>
          <p:nvPr/>
        </p:nvGrpSpPr>
        <p:grpSpPr>
          <a:xfrm>
            <a:off x="4902983" y="5704465"/>
            <a:ext cx="7307772" cy="577328"/>
            <a:chOff x="5582265" y="4646738"/>
            <a:chExt cx="5480829" cy="432996"/>
          </a:xfrm>
          <a:solidFill>
            <a:srgbClr val="2384AF"/>
          </a:solidFill>
          <a:scene3d>
            <a:camera prst="orthographicFront">
              <a:rot lat="0" lon="0" rev="0"/>
            </a:camera>
            <a:lightRig rig="contrasting" dir="t">
              <a:rot lat="0" lon="0" rev="7800000"/>
            </a:lightRig>
          </a:scene3d>
        </p:grpSpPr>
        <p:sp>
          <p:nvSpPr>
            <p:cNvPr id="26" name="Shape 18"/>
            <p:cNvSpPr/>
            <p:nvPr/>
          </p:nvSpPr>
          <p:spPr>
            <a:xfrm rot="10800000">
              <a:off x="5582265" y="4948334"/>
              <a:ext cx="394200" cy="131400"/>
            </a:xfrm>
            <a:prstGeom prst="triangle">
              <a:avLst>
                <a:gd name="adj" fmla="val 32425"/>
              </a:avLst>
            </a:prstGeom>
            <a:grpFill/>
            <a:ln>
              <a:noFill/>
            </a:ln>
            <a:effectLst/>
            <a:sp3d>
              <a:bevelT w="139700" h="139700"/>
            </a:sp3d>
          </p:spPr>
          <p:txBody>
            <a:bodyPr spcFirstLastPara="1" wrap="square" lIns="91425" tIns="91425" rIns="91425" bIns="91425" anchor="ctr" anchorCtr="0">
              <a:noAutofit/>
            </a:bodyPr>
            <a:lstStyle/>
            <a:p>
              <a:pPr marL="0" lvl="0" indent="0">
                <a:spcBef>
                  <a:spcPts val="0"/>
                </a:spcBef>
                <a:spcAft>
                  <a:spcPts val="0"/>
                </a:spcAft>
                <a:buNone/>
              </a:pPr>
              <a:endParaRPr sz="2400" dirty="0">
                <a:latin typeface="Roboto Condensed" pitchFamily="2" charset="0"/>
              </a:endParaRPr>
            </a:p>
          </p:txBody>
        </p:sp>
        <p:grpSp>
          <p:nvGrpSpPr>
            <p:cNvPr id="27" name="Shape 19"/>
            <p:cNvGrpSpPr/>
            <p:nvPr/>
          </p:nvGrpSpPr>
          <p:grpSpPr>
            <a:xfrm flipH="1">
              <a:off x="5585232" y="4646738"/>
              <a:ext cx="5477861" cy="304551"/>
              <a:chOff x="-24158748" y="330075"/>
              <a:chExt cx="30568423" cy="1699506"/>
            </a:xfrm>
            <a:grpFill/>
          </p:grpSpPr>
          <p:sp>
            <p:nvSpPr>
              <p:cNvPr id="28" name="Shape 20"/>
              <p:cNvSpPr/>
              <p:nvPr/>
            </p:nvSpPr>
            <p:spPr>
              <a:xfrm>
                <a:off x="-24158748" y="330081"/>
                <a:ext cx="28908000" cy="1699500"/>
              </a:xfrm>
              <a:prstGeom prst="rect">
                <a:avLst/>
              </a:prstGeom>
              <a:grpFill/>
              <a:ln>
                <a:noFill/>
              </a:ln>
              <a:effectLst/>
              <a:sp3d>
                <a:bevelT w="139700" h="139700"/>
              </a:sp3d>
            </p:spPr>
            <p:txBody>
              <a:bodyPr spcFirstLastPara="1" wrap="square" lIns="91425" tIns="91425" rIns="91425" bIns="91425" anchor="ctr" anchorCtr="0">
                <a:noAutofit/>
              </a:bodyPr>
              <a:lstStyle/>
              <a:p>
                <a:pPr marL="0" lvl="0" indent="0" rtl="0">
                  <a:spcBef>
                    <a:spcPts val="0"/>
                  </a:spcBef>
                  <a:spcAft>
                    <a:spcPts val="0"/>
                  </a:spcAft>
                  <a:buNone/>
                </a:pPr>
                <a:endParaRPr sz="2400" dirty="0">
                  <a:latin typeface="Roboto Condensed" pitchFamily="2" charset="0"/>
                </a:endParaRPr>
              </a:p>
            </p:txBody>
          </p:sp>
          <p:sp>
            <p:nvSpPr>
              <p:cNvPr id="29" name="Shape 21"/>
              <p:cNvSpPr/>
              <p:nvPr/>
            </p:nvSpPr>
            <p:spPr>
              <a:xfrm>
                <a:off x="4710175" y="330075"/>
                <a:ext cx="1699500" cy="1699500"/>
              </a:xfrm>
              <a:prstGeom prst="rtTriangle">
                <a:avLst/>
              </a:prstGeom>
              <a:grpFill/>
              <a:ln>
                <a:noFill/>
              </a:ln>
              <a:effectLst/>
              <a:sp3d>
                <a:bevelT w="139700" h="139700"/>
              </a:sp3d>
            </p:spPr>
            <p:txBody>
              <a:bodyPr spcFirstLastPara="1" wrap="square" lIns="91425" tIns="91425" rIns="91425" bIns="91425" anchor="ctr" anchorCtr="0">
                <a:noAutofit/>
              </a:bodyPr>
              <a:lstStyle/>
              <a:p>
                <a:pPr marL="0" lvl="0" indent="0">
                  <a:spcBef>
                    <a:spcPts val="0"/>
                  </a:spcBef>
                  <a:spcAft>
                    <a:spcPts val="0"/>
                  </a:spcAft>
                  <a:buNone/>
                </a:pPr>
                <a:endParaRPr sz="2400" dirty="0">
                  <a:latin typeface="Roboto Condensed" pitchFamily="2" charset="0"/>
                </a:endParaRPr>
              </a:p>
            </p:txBody>
          </p:sp>
        </p:grpSp>
      </p:grpSp>
      <p:sp>
        <p:nvSpPr>
          <p:cNvPr id="30" name="Shape 22"/>
          <p:cNvSpPr txBox="1">
            <a:spLocks noGrp="1"/>
          </p:cNvSpPr>
          <p:nvPr>
            <p:ph type="ctrTitle"/>
          </p:nvPr>
        </p:nvSpPr>
        <p:spPr>
          <a:xfrm>
            <a:off x="241139" y="1454235"/>
            <a:ext cx="11550573" cy="2881615"/>
          </a:xfrm>
          <a:prstGeom prst="rect">
            <a:avLst/>
          </a:prstGeom>
        </p:spPr>
        <p:txBody>
          <a:bodyPr spcFirstLastPara="1" wrap="square" lIns="91425" tIns="91425" rIns="91425" bIns="91425" anchor="t" anchorCtr="0"/>
          <a:lstStyle>
            <a:lvl1pPr lvl="0">
              <a:spcBef>
                <a:spcPts val="0"/>
              </a:spcBef>
              <a:spcAft>
                <a:spcPts val="0"/>
              </a:spcAft>
              <a:buSzPts val="4800"/>
              <a:buNone/>
              <a:defRPr sz="6400">
                <a:solidFill>
                  <a:schemeClr val="bg1"/>
                </a:solidFill>
              </a:defRPr>
            </a:lvl1pPr>
            <a:lvl2pPr lvl="1" algn="ctr">
              <a:spcBef>
                <a:spcPts val="0"/>
              </a:spcBef>
              <a:spcAft>
                <a:spcPts val="0"/>
              </a:spcAft>
              <a:buSzPts val="4800"/>
              <a:buNone/>
              <a:defRPr sz="6400"/>
            </a:lvl2pPr>
            <a:lvl3pPr lvl="2" algn="ctr">
              <a:spcBef>
                <a:spcPts val="0"/>
              </a:spcBef>
              <a:spcAft>
                <a:spcPts val="0"/>
              </a:spcAft>
              <a:buSzPts val="4800"/>
              <a:buNone/>
              <a:defRPr sz="6400"/>
            </a:lvl3pPr>
            <a:lvl4pPr lvl="3" algn="ctr">
              <a:spcBef>
                <a:spcPts val="0"/>
              </a:spcBef>
              <a:spcAft>
                <a:spcPts val="0"/>
              </a:spcAft>
              <a:buSzPts val="4800"/>
              <a:buNone/>
              <a:defRPr sz="6400"/>
            </a:lvl4pPr>
            <a:lvl5pPr lvl="4" algn="ctr">
              <a:spcBef>
                <a:spcPts val="0"/>
              </a:spcBef>
              <a:spcAft>
                <a:spcPts val="0"/>
              </a:spcAft>
              <a:buSzPts val="4800"/>
              <a:buNone/>
              <a:defRPr sz="6400"/>
            </a:lvl5pPr>
            <a:lvl6pPr lvl="5" algn="ctr">
              <a:spcBef>
                <a:spcPts val="0"/>
              </a:spcBef>
              <a:spcAft>
                <a:spcPts val="0"/>
              </a:spcAft>
              <a:buSzPts val="4800"/>
              <a:buNone/>
              <a:defRPr sz="6400"/>
            </a:lvl6pPr>
            <a:lvl7pPr lvl="6" algn="ctr">
              <a:spcBef>
                <a:spcPts val="0"/>
              </a:spcBef>
              <a:spcAft>
                <a:spcPts val="0"/>
              </a:spcAft>
              <a:buSzPts val="4800"/>
              <a:buNone/>
              <a:defRPr sz="6400"/>
            </a:lvl7pPr>
            <a:lvl8pPr lvl="7" algn="ctr">
              <a:spcBef>
                <a:spcPts val="0"/>
              </a:spcBef>
              <a:spcAft>
                <a:spcPts val="0"/>
              </a:spcAft>
              <a:buSzPts val="4800"/>
              <a:buNone/>
              <a:defRPr sz="6400"/>
            </a:lvl8pPr>
            <a:lvl9pPr lvl="8" algn="ctr">
              <a:spcBef>
                <a:spcPts val="0"/>
              </a:spcBef>
              <a:spcAft>
                <a:spcPts val="0"/>
              </a:spcAft>
              <a:buSzPts val="4800"/>
              <a:buNone/>
              <a:defRPr sz="6400"/>
            </a:lvl9pPr>
          </a:lstStyle>
          <a:p>
            <a:r>
              <a:rPr lang="en-US" dirty="0"/>
              <a:t>Click to edit Master title style</a:t>
            </a:r>
            <a:endParaRPr dirty="0"/>
          </a:p>
        </p:txBody>
      </p:sp>
      <p:sp>
        <p:nvSpPr>
          <p:cNvPr id="32" name="Shape 40"/>
          <p:cNvSpPr txBox="1">
            <a:spLocks noGrp="1"/>
          </p:cNvSpPr>
          <p:nvPr>
            <p:ph type="subTitle" idx="1"/>
          </p:nvPr>
        </p:nvSpPr>
        <p:spPr>
          <a:xfrm>
            <a:off x="241139" y="4386079"/>
            <a:ext cx="8637823" cy="1017492"/>
          </a:xfrm>
          <a:prstGeom prst="rect">
            <a:avLst/>
          </a:prstGeom>
        </p:spPr>
        <p:txBody>
          <a:bodyPr spcFirstLastPara="1" wrap="square" lIns="91425" tIns="91425" rIns="91425" bIns="91425" anchor="t" anchorCtr="0"/>
          <a:lstStyle>
            <a:lvl1pPr lvl="0" rtl="0">
              <a:spcBef>
                <a:spcPts val="0"/>
              </a:spcBef>
              <a:spcAft>
                <a:spcPts val="0"/>
              </a:spcAft>
              <a:buClr>
                <a:srgbClr val="FF9800"/>
              </a:buClr>
              <a:buSzPts val="2000"/>
              <a:buNone/>
              <a:defRPr sz="2667">
                <a:solidFill>
                  <a:schemeClr val="bg1"/>
                </a:solidFill>
                <a:latin typeface="Roboto Condensed" pitchFamily="2" charset="0"/>
                <a:ea typeface="Roboto Condensed" pitchFamily="2" charset="0"/>
              </a:defRPr>
            </a:lvl1pPr>
            <a:lvl2pPr lvl="1" rtl="0">
              <a:spcBef>
                <a:spcPts val="1333"/>
              </a:spcBef>
              <a:spcAft>
                <a:spcPts val="0"/>
              </a:spcAft>
              <a:buClr>
                <a:srgbClr val="FF9800"/>
              </a:buClr>
              <a:buSzPts val="2000"/>
              <a:buNone/>
              <a:defRPr sz="2667">
                <a:solidFill>
                  <a:srgbClr val="FF9800"/>
                </a:solidFill>
              </a:defRPr>
            </a:lvl2pPr>
            <a:lvl3pPr lvl="2" rtl="0">
              <a:spcBef>
                <a:spcPts val="1333"/>
              </a:spcBef>
              <a:spcAft>
                <a:spcPts val="0"/>
              </a:spcAft>
              <a:buClr>
                <a:srgbClr val="FF9800"/>
              </a:buClr>
              <a:buSzPts val="2000"/>
              <a:buNone/>
              <a:defRPr sz="2667">
                <a:solidFill>
                  <a:srgbClr val="FF9800"/>
                </a:solidFill>
              </a:defRPr>
            </a:lvl3pPr>
            <a:lvl4pPr lvl="3" rtl="0">
              <a:spcBef>
                <a:spcPts val="1333"/>
              </a:spcBef>
              <a:spcAft>
                <a:spcPts val="0"/>
              </a:spcAft>
              <a:buClr>
                <a:srgbClr val="FF9800"/>
              </a:buClr>
              <a:buSzPts val="2000"/>
              <a:buNone/>
              <a:defRPr sz="2667">
                <a:solidFill>
                  <a:srgbClr val="FF9800"/>
                </a:solidFill>
              </a:defRPr>
            </a:lvl4pPr>
            <a:lvl5pPr lvl="4" rtl="0">
              <a:spcBef>
                <a:spcPts val="1333"/>
              </a:spcBef>
              <a:spcAft>
                <a:spcPts val="0"/>
              </a:spcAft>
              <a:buClr>
                <a:srgbClr val="FF9800"/>
              </a:buClr>
              <a:buSzPts val="2000"/>
              <a:buNone/>
              <a:defRPr sz="2667">
                <a:solidFill>
                  <a:srgbClr val="FF9800"/>
                </a:solidFill>
              </a:defRPr>
            </a:lvl5pPr>
            <a:lvl6pPr lvl="5" rtl="0">
              <a:spcBef>
                <a:spcPts val="1333"/>
              </a:spcBef>
              <a:spcAft>
                <a:spcPts val="0"/>
              </a:spcAft>
              <a:buClr>
                <a:srgbClr val="FF9800"/>
              </a:buClr>
              <a:buSzPts val="2000"/>
              <a:buNone/>
              <a:defRPr sz="2667">
                <a:solidFill>
                  <a:srgbClr val="FF9800"/>
                </a:solidFill>
              </a:defRPr>
            </a:lvl6pPr>
            <a:lvl7pPr lvl="6" rtl="0">
              <a:spcBef>
                <a:spcPts val="1333"/>
              </a:spcBef>
              <a:spcAft>
                <a:spcPts val="0"/>
              </a:spcAft>
              <a:buClr>
                <a:srgbClr val="FF9800"/>
              </a:buClr>
              <a:buSzPts val="2000"/>
              <a:buNone/>
              <a:defRPr sz="2667">
                <a:solidFill>
                  <a:srgbClr val="FF9800"/>
                </a:solidFill>
              </a:defRPr>
            </a:lvl7pPr>
            <a:lvl8pPr lvl="7" rtl="0">
              <a:spcBef>
                <a:spcPts val="1333"/>
              </a:spcBef>
              <a:spcAft>
                <a:spcPts val="0"/>
              </a:spcAft>
              <a:buClr>
                <a:srgbClr val="FF9800"/>
              </a:buClr>
              <a:buSzPts val="2000"/>
              <a:buNone/>
              <a:defRPr sz="2667">
                <a:solidFill>
                  <a:srgbClr val="FF9800"/>
                </a:solidFill>
              </a:defRPr>
            </a:lvl8pPr>
            <a:lvl9pPr lvl="8" rtl="0">
              <a:spcBef>
                <a:spcPts val="1333"/>
              </a:spcBef>
              <a:spcAft>
                <a:spcPts val="1333"/>
              </a:spcAft>
              <a:buClr>
                <a:srgbClr val="FF9800"/>
              </a:buClr>
              <a:buSzPts val="2000"/>
              <a:buNone/>
              <a:defRPr sz="2667">
                <a:solidFill>
                  <a:srgbClr val="FF9800"/>
                </a:solidFill>
              </a:defRPr>
            </a:lvl9pPr>
          </a:lstStyle>
          <a:p>
            <a:r>
              <a:rPr lang="en-US" dirty="0"/>
              <a:t>Click to edit Master subtitle style</a:t>
            </a:r>
            <a:endParaRPr dirty="0"/>
          </a:p>
        </p:txBody>
      </p:sp>
    </p:spTree>
    <p:extLst>
      <p:ext uri="{BB962C8B-B14F-4D97-AF65-F5344CB8AC3E}">
        <p14:creationId xmlns:p14="http://schemas.microsoft.com/office/powerpoint/2010/main" val="526273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pSp>
        <p:nvGrpSpPr>
          <p:cNvPr id="3" name="Group 2"/>
          <p:cNvGrpSpPr/>
          <p:nvPr userDrawn="1"/>
        </p:nvGrpSpPr>
        <p:grpSpPr>
          <a:xfrm>
            <a:off x="-3563" y="-9451"/>
            <a:ext cx="11552092" cy="6886805"/>
            <a:chOff x="-3563" y="-9451"/>
            <a:chExt cx="11552092" cy="6886805"/>
          </a:xfrm>
          <a:solidFill>
            <a:schemeClr val="bg1">
              <a:lumMod val="95000"/>
            </a:schemeClr>
          </a:solidFill>
        </p:grpSpPr>
        <p:sp>
          <p:nvSpPr>
            <p:cNvPr id="6" name="Shape 26"/>
            <p:cNvSpPr/>
            <p:nvPr/>
          </p:nvSpPr>
          <p:spPr>
            <a:xfrm>
              <a:off x="-3563" y="-9451"/>
              <a:ext cx="4703563" cy="6886805"/>
            </a:xfrm>
            <a:prstGeom prst="rect">
              <a:avLst/>
            </a:prstGeom>
            <a:grpFill/>
            <a:ln>
              <a:noFill/>
            </a:ln>
          </p:spPr>
          <p:txBody>
            <a:bodyPr spcFirstLastPara="1" wrap="square" lIns="91425" tIns="91425" rIns="91425" bIns="91425" anchor="ctr" anchorCtr="0">
              <a:noAutofit/>
            </a:bodyPr>
            <a:lstStyle/>
            <a:p>
              <a:pPr defTabSz="914332"/>
              <a:endParaRPr sz="1800" dirty="0">
                <a:solidFill>
                  <a:srgbClr val="000000"/>
                </a:solidFill>
                <a:latin typeface="Roboto Condensed" pitchFamily="2" charset="0"/>
              </a:endParaRPr>
            </a:p>
          </p:txBody>
        </p:sp>
        <p:sp>
          <p:nvSpPr>
            <p:cNvPr id="7" name="Shape 27"/>
            <p:cNvSpPr/>
            <p:nvPr/>
          </p:nvSpPr>
          <p:spPr>
            <a:xfrm rot="10800000" flipH="1">
              <a:off x="4690529" y="-9451"/>
              <a:ext cx="6858000" cy="6858000"/>
            </a:xfrm>
            <a:prstGeom prst="rtTriangle">
              <a:avLst/>
            </a:prstGeom>
            <a:grpFill/>
            <a:ln>
              <a:noFill/>
            </a:ln>
          </p:spPr>
          <p:txBody>
            <a:bodyPr spcFirstLastPara="1" wrap="square" lIns="91425" tIns="91425" rIns="91425" bIns="91425" anchor="ctr" anchorCtr="0">
              <a:noAutofit/>
            </a:bodyPr>
            <a:lstStyle/>
            <a:p>
              <a:pPr defTabSz="914332"/>
              <a:endParaRPr sz="1800" dirty="0">
                <a:solidFill>
                  <a:srgbClr val="000000"/>
                </a:solidFill>
                <a:latin typeface="Arvo"/>
                <a:ea typeface="Arvo"/>
                <a:cs typeface="Arvo"/>
                <a:sym typeface="Arvo"/>
              </a:endParaRPr>
            </a:p>
          </p:txBody>
        </p:sp>
      </p:grpSp>
      <p:sp>
        <p:nvSpPr>
          <p:cNvPr id="4" name="Shape 24"/>
          <p:cNvSpPr/>
          <p:nvPr/>
        </p:nvSpPr>
        <p:spPr>
          <a:xfrm>
            <a:off x="7596285" y="3514025"/>
            <a:ext cx="1185600" cy="395200"/>
          </a:xfrm>
          <a:prstGeom prst="triangle">
            <a:avLst>
              <a:gd name="adj" fmla="val 32425"/>
            </a:avLst>
          </a:prstGeom>
          <a:solidFill>
            <a:srgbClr val="352E13"/>
          </a:solidFill>
          <a:ln>
            <a:noFill/>
          </a:ln>
        </p:spPr>
        <p:txBody>
          <a:bodyPr spcFirstLastPara="1" wrap="square" lIns="121900" tIns="121900" rIns="121900" bIns="121900" anchor="ctr" anchorCtr="0">
            <a:noAutofit/>
          </a:bodyPr>
          <a:lstStyle/>
          <a:p>
            <a:pPr defTabSz="914332"/>
            <a:endParaRPr sz="1800" dirty="0">
              <a:solidFill>
                <a:srgbClr val="000000"/>
              </a:solidFill>
              <a:latin typeface="Arvo"/>
              <a:ea typeface="Arvo"/>
              <a:cs typeface="Arvo"/>
              <a:sym typeface="Arvo"/>
            </a:endParaRPr>
          </a:p>
        </p:txBody>
      </p:sp>
      <p:grpSp>
        <p:nvGrpSpPr>
          <p:cNvPr id="22" name="Group 21"/>
          <p:cNvGrpSpPr/>
          <p:nvPr/>
        </p:nvGrpSpPr>
        <p:grpSpPr>
          <a:xfrm>
            <a:off x="-1" y="3899768"/>
            <a:ext cx="8785449" cy="2703024"/>
            <a:chOff x="-2" y="3899768"/>
            <a:chExt cx="8785449" cy="2703024"/>
          </a:xfrm>
          <a:solidFill>
            <a:srgbClr val="F29B4C"/>
          </a:solidFill>
        </p:grpSpPr>
        <p:sp>
          <p:nvSpPr>
            <p:cNvPr id="9" name="Shape 29"/>
            <p:cNvSpPr/>
            <p:nvPr userDrawn="1"/>
          </p:nvSpPr>
          <p:spPr>
            <a:xfrm rot="10800000" flipH="1">
              <a:off x="-2" y="3899768"/>
              <a:ext cx="6085589" cy="2702966"/>
            </a:xfrm>
            <a:prstGeom prst="rect">
              <a:avLst/>
            </a:prstGeom>
            <a:solidFill>
              <a:srgbClr val="2384AF"/>
            </a:solidFill>
            <a:ln>
              <a:noFill/>
            </a:ln>
          </p:spPr>
          <p:txBody>
            <a:bodyPr spcFirstLastPara="1" wrap="square" lIns="91425" tIns="91425" rIns="91425" bIns="91425" anchor="ctr" anchorCtr="0">
              <a:noAutofit/>
            </a:bodyPr>
            <a:lstStyle/>
            <a:p>
              <a:pPr defTabSz="914332"/>
              <a:endParaRPr sz="1800" dirty="0">
                <a:solidFill>
                  <a:srgbClr val="000000"/>
                </a:solidFill>
                <a:latin typeface="Arvo"/>
                <a:ea typeface="Arvo"/>
                <a:cs typeface="Arvo"/>
                <a:sym typeface="Arvo"/>
              </a:endParaRPr>
            </a:p>
          </p:txBody>
        </p:sp>
        <p:sp>
          <p:nvSpPr>
            <p:cNvPr id="10" name="Shape 30"/>
            <p:cNvSpPr/>
            <p:nvPr userDrawn="1"/>
          </p:nvSpPr>
          <p:spPr>
            <a:xfrm rot="10800000" flipH="1">
              <a:off x="6082481" y="3899826"/>
              <a:ext cx="2702966" cy="2702966"/>
            </a:xfrm>
            <a:prstGeom prst="rtTriangle">
              <a:avLst/>
            </a:prstGeom>
            <a:solidFill>
              <a:srgbClr val="2384AF"/>
            </a:solidFill>
            <a:ln>
              <a:noFill/>
            </a:ln>
          </p:spPr>
          <p:txBody>
            <a:bodyPr spcFirstLastPara="1" wrap="square" lIns="91425" tIns="91425" rIns="91425" bIns="91425" anchor="ctr" anchorCtr="0">
              <a:noAutofit/>
            </a:bodyPr>
            <a:lstStyle/>
            <a:p>
              <a:pPr defTabSz="914332"/>
              <a:endParaRPr sz="1800" dirty="0">
                <a:solidFill>
                  <a:srgbClr val="000000"/>
                </a:solidFill>
                <a:latin typeface="Arvo"/>
                <a:ea typeface="Arvo"/>
                <a:cs typeface="Arvo"/>
                <a:sym typeface="Arvo"/>
              </a:endParaRPr>
            </a:p>
          </p:txBody>
        </p:sp>
      </p:grpSp>
      <p:grpSp>
        <p:nvGrpSpPr>
          <p:cNvPr id="11" name="Shape 33"/>
          <p:cNvGrpSpPr/>
          <p:nvPr userDrawn="1"/>
        </p:nvGrpSpPr>
        <p:grpSpPr>
          <a:xfrm flipH="1">
            <a:off x="9470886" y="6227588"/>
            <a:ext cx="2721116" cy="630414"/>
            <a:chOff x="1297957" y="330078"/>
            <a:chExt cx="5169293" cy="1197896"/>
          </a:xfrm>
          <a:solidFill>
            <a:schemeClr val="bg1">
              <a:lumMod val="95000"/>
            </a:schemeClr>
          </a:solidFill>
        </p:grpSpPr>
        <p:sp>
          <p:nvSpPr>
            <p:cNvPr id="12" name="Shape 34"/>
            <p:cNvSpPr/>
            <p:nvPr/>
          </p:nvSpPr>
          <p:spPr>
            <a:xfrm>
              <a:off x="1297957" y="330083"/>
              <a:ext cx="3476700" cy="1197891"/>
            </a:xfrm>
            <a:prstGeom prst="rect">
              <a:avLst/>
            </a:prstGeom>
            <a:grpFill/>
            <a:ln>
              <a:noFill/>
            </a:ln>
          </p:spPr>
          <p:txBody>
            <a:bodyPr spcFirstLastPara="1" wrap="square" lIns="91425" tIns="91425" rIns="91425" bIns="91425" anchor="ctr" anchorCtr="0">
              <a:noAutofit/>
            </a:bodyPr>
            <a:lstStyle/>
            <a:p>
              <a:pPr defTabSz="914332"/>
              <a:endParaRPr sz="1800" dirty="0">
                <a:solidFill>
                  <a:srgbClr val="000000"/>
                </a:solidFill>
                <a:latin typeface="Roboto Condensed" pitchFamily="2" charset="0"/>
              </a:endParaRPr>
            </a:p>
          </p:txBody>
        </p:sp>
        <p:sp>
          <p:nvSpPr>
            <p:cNvPr id="13" name="Shape 35"/>
            <p:cNvSpPr/>
            <p:nvPr/>
          </p:nvSpPr>
          <p:spPr>
            <a:xfrm>
              <a:off x="4767749" y="330078"/>
              <a:ext cx="1699501" cy="1197896"/>
            </a:xfrm>
            <a:prstGeom prst="rtTriangle">
              <a:avLst/>
            </a:prstGeom>
            <a:grpFill/>
            <a:ln>
              <a:noFill/>
            </a:ln>
          </p:spPr>
          <p:txBody>
            <a:bodyPr spcFirstLastPara="1" wrap="square" lIns="91425" tIns="91425" rIns="91425" bIns="91425" anchor="ctr" anchorCtr="0">
              <a:noAutofit/>
            </a:bodyPr>
            <a:lstStyle/>
            <a:p>
              <a:pPr defTabSz="914332"/>
              <a:endParaRPr sz="1800" dirty="0">
                <a:solidFill>
                  <a:srgbClr val="000000"/>
                </a:solidFill>
                <a:latin typeface="Roboto Condensed" pitchFamily="2" charset="0"/>
              </a:endParaRPr>
            </a:p>
          </p:txBody>
        </p:sp>
      </p:grpSp>
      <p:grpSp>
        <p:nvGrpSpPr>
          <p:cNvPr id="14" name="Shape 36"/>
          <p:cNvGrpSpPr/>
          <p:nvPr userDrawn="1"/>
        </p:nvGrpSpPr>
        <p:grpSpPr>
          <a:xfrm flipH="1">
            <a:off x="9235529" y="6451918"/>
            <a:ext cx="2933151" cy="406084"/>
            <a:chOff x="-5827153" y="330075"/>
            <a:chExt cx="12276019" cy="1699569"/>
          </a:xfrm>
          <a:solidFill>
            <a:srgbClr val="2384AF"/>
          </a:solidFill>
        </p:grpSpPr>
        <p:sp>
          <p:nvSpPr>
            <p:cNvPr id="15" name="Shape 37"/>
            <p:cNvSpPr/>
            <p:nvPr/>
          </p:nvSpPr>
          <p:spPr>
            <a:xfrm>
              <a:off x="-5827153" y="330144"/>
              <a:ext cx="10612200" cy="1699500"/>
            </a:xfrm>
            <a:prstGeom prst="rect">
              <a:avLst/>
            </a:prstGeom>
            <a:grpFill/>
            <a:ln>
              <a:noFill/>
            </a:ln>
          </p:spPr>
          <p:txBody>
            <a:bodyPr spcFirstLastPara="1" wrap="square" lIns="91425" tIns="91425" rIns="91425" bIns="91425" anchor="ctr" anchorCtr="0">
              <a:noAutofit/>
            </a:bodyPr>
            <a:lstStyle/>
            <a:p>
              <a:pPr defTabSz="914332"/>
              <a:endParaRPr sz="1800" dirty="0">
                <a:solidFill>
                  <a:srgbClr val="000000"/>
                </a:solidFill>
                <a:latin typeface="Roboto Condensed" pitchFamily="2" charset="0"/>
              </a:endParaRPr>
            </a:p>
          </p:txBody>
        </p:sp>
        <p:sp>
          <p:nvSpPr>
            <p:cNvPr id="16" name="Shape 38"/>
            <p:cNvSpPr/>
            <p:nvPr/>
          </p:nvSpPr>
          <p:spPr>
            <a:xfrm>
              <a:off x="4749366" y="330075"/>
              <a:ext cx="1699500" cy="1699500"/>
            </a:xfrm>
            <a:prstGeom prst="rtTriangle">
              <a:avLst/>
            </a:prstGeom>
            <a:grpFill/>
            <a:ln>
              <a:noFill/>
            </a:ln>
          </p:spPr>
          <p:txBody>
            <a:bodyPr spcFirstLastPara="1" wrap="square" lIns="91425" tIns="91425" rIns="91425" bIns="91425" anchor="ctr" anchorCtr="0">
              <a:noAutofit/>
            </a:bodyPr>
            <a:lstStyle/>
            <a:p>
              <a:pPr defTabSz="914332"/>
              <a:endParaRPr sz="1800" dirty="0">
                <a:solidFill>
                  <a:srgbClr val="000000"/>
                </a:solidFill>
                <a:latin typeface="Roboto Condensed" pitchFamily="2" charset="0"/>
              </a:endParaRPr>
            </a:p>
          </p:txBody>
        </p:sp>
      </p:grpSp>
      <p:sp>
        <p:nvSpPr>
          <p:cNvPr id="17" name="Shape 39"/>
          <p:cNvSpPr txBox="1">
            <a:spLocks noGrp="1"/>
          </p:cNvSpPr>
          <p:nvPr userDrawn="1">
            <p:ph type="ctrTitle"/>
          </p:nvPr>
        </p:nvSpPr>
        <p:spPr>
          <a:xfrm>
            <a:off x="114872" y="3828197"/>
            <a:ext cx="7877661" cy="1546400"/>
          </a:xfrm>
          <a:prstGeom prst="rect">
            <a:avLst/>
          </a:prstGeom>
        </p:spPr>
        <p:txBody>
          <a:bodyPr spcFirstLastPara="1" wrap="square" lIns="91425" tIns="91425" rIns="91425" bIns="91425" anchor="b" anchorCtr="0"/>
          <a:lstStyle>
            <a:lvl1pPr lvl="0" rtl="0">
              <a:spcBef>
                <a:spcPts val="0"/>
              </a:spcBef>
              <a:spcAft>
                <a:spcPts val="0"/>
              </a:spcAft>
              <a:buSzPts val="3000"/>
              <a:buNone/>
              <a:defRPr sz="4000">
                <a:solidFill>
                  <a:schemeClr val="tx1"/>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rPr lang="en-US" dirty="0"/>
              <a:t>Click to edit Master title style</a:t>
            </a:r>
            <a:endParaRPr dirty="0"/>
          </a:p>
        </p:txBody>
      </p:sp>
      <p:sp>
        <p:nvSpPr>
          <p:cNvPr id="18" name="Shape 40"/>
          <p:cNvSpPr txBox="1">
            <a:spLocks noGrp="1"/>
          </p:cNvSpPr>
          <p:nvPr userDrawn="1">
            <p:ph type="subTitle" idx="1"/>
          </p:nvPr>
        </p:nvSpPr>
        <p:spPr>
          <a:xfrm>
            <a:off x="114872" y="5300599"/>
            <a:ext cx="6673008" cy="1046400"/>
          </a:xfrm>
          <a:prstGeom prst="rect">
            <a:avLst/>
          </a:prstGeom>
        </p:spPr>
        <p:txBody>
          <a:bodyPr spcFirstLastPara="1" wrap="square" lIns="91425" tIns="91425" rIns="91425" bIns="91425" anchor="t" anchorCtr="0"/>
          <a:lstStyle>
            <a:lvl1pPr lvl="0" rtl="0">
              <a:spcBef>
                <a:spcPts val="0"/>
              </a:spcBef>
              <a:spcAft>
                <a:spcPts val="0"/>
              </a:spcAft>
              <a:buClr>
                <a:srgbClr val="FF9800"/>
              </a:buClr>
              <a:buSzPts val="2000"/>
              <a:buNone/>
              <a:defRPr sz="2667">
                <a:solidFill>
                  <a:schemeClr val="tx1"/>
                </a:solidFill>
                <a:latin typeface="Roboto Condensed" pitchFamily="2" charset="0"/>
                <a:ea typeface="Roboto Condensed" pitchFamily="2" charset="0"/>
              </a:defRPr>
            </a:lvl1pPr>
            <a:lvl2pPr lvl="1" rtl="0">
              <a:spcBef>
                <a:spcPts val="1333"/>
              </a:spcBef>
              <a:spcAft>
                <a:spcPts val="0"/>
              </a:spcAft>
              <a:buClr>
                <a:srgbClr val="FF9800"/>
              </a:buClr>
              <a:buSzPts val="2000"/>
              <a:buNone/>
              <a:defRPr sz="2667">
                <a:solidFill>
                  <a:srgbClr val="FF9800"/>
                </a:solidFill>
              </a:defRPr>
            </a:lvl2pPr>
            <a:lvl3pPr lvl="2" rtl="0">
              <a:spcBef>
                <a:spcPts val="1333"/>
              </a:spcBef>
              <a:spcAft>
                <a:spcPts val="0"/>
              </a:spcAft>
              <a:buClr>
                <a:srgbClr val="FF9800"/>
              </a:buClr>
              <a:buSzPts val="2000"/>
              <a:buNone/>
              <a:defRPr sz="2667">
                <a:solidFill>
                  <a:srgbClr val="FF9800"/>
                </a:solidFill>
              </a:defRPr>
            </a:lvl3pPr>
            <a:lvl4pPr lvl="3" rtl="0">
              <a:spcBef>
                <a:spcPts val="1333"/>
              </a:spcBef>
              <a:spcAft>
                <a:spcPts val="0"/>
              </a:spcAft>
              <a:buClr>
                <a:srgbClr val="FF9800"/>
              </a:buClr>
              <a:buSzPts val="2000"/>
              <a:buNone/>
              <a:defRPr sz="2667">
                <a:solidFill>
                  <a:srgbClr val="FF9800"/>
                </a:solidFill>
              </a:defRPr>
            </a:lvl4pPr>
            <a:lvl5pPr lvl="4" rtl="0">
              <a:spcBef>
                <a:spcPts val="1333"/>
              </a:spcBef>
              <a:spcAft>
                <a:spcPts val="0"/>
              </a:spcAft>
              <a:buClr>
                <a:srgbClr val="FF9800"/>
              </a:buClr>
              <a:buSzPts val="2000"/>
              <a:buNone/>
              <a:defRPr sz="2667">
                <a:solidFill>
                  <a:srgbClr val="FF9800"/>
                </a:solidFill>
              </a:defRPr>
            </a:lvl5pPr>
            <a:lvl6pPr lvl="5" rtl="0">
              <a:spcBef>
                <a:spcPts val="1333"/>
              </a:spcBef>
              <a:spcAft>
                <a:spcPts val="0"/>
              </a:spcAft>
              <a:buClr>
                <a:srgbClr val="FF9800"/>
              </a:buClr>
              <a:buSzPts val="2000"/>
              <a:buNone/>
              <a:defRPr sz="2667">
                <a:solidFill>
                  <a:srgbClr val="FF9800"/>
                </a:solidFill>
              </a:defRPr>
            </a:lvl6pPr>
            <a:lvl7pPr lvl="6" rtl="0">
              <a:spcBef>
                <a:spcPts val="1333"/>
              </a:spcBef>
              <a:spcAft>
                <a:spcPts val="0"/>
              </a:spcAft>
              <a:buClr>
                <a:srgbClr val="FF9800"/>
              </a:buClr>
              <a:buSzPts val="2000"/>
              <a:buNone/>
              <a:defRPr sz="2667">
                <a:solidFill>
                  <a:srgbClr val="FF9800"/>
                </a:solidFill>
              </a:defRPr>
            </a:lvl7pPr>
            <a:lvl8pPr lvl="7" rtl="0">
              <a:spcBef>
                <a:spcPts val="1333"/>
              </a:spcBef>
              <a:spcAft>
                <a:spcPts val="0"/>
              </a:spcAft>
              <a:buClr>
                <a:srgbClr val="FF9800"/>
              </a:buClr>
              <a:buSzPts val="2000"/>
              <a:buNone/>
              <a:defRPr sz="2667">
                <a:solidFill>
                  <a:srgbClr val="FF9800"/>
                </a:solidFill>
              </a:defRPr>
            </a:lvl8pPr>
            <a:lvl9pPr lvl="8" rtl="0">
              <a:spcBef>
                <a:spcPts val="1333"/>
              </a:spcBef>
              <a:spcAft>
                <a:spcPts val="1333"/>
              </a:spcAft>
              <a:buClr>
                <a:srgbClr val="FF9800"/>
              </a:buClr>
              <a:buSzPts val="2000"/>
              <a:buNone/>
              <a:defRPr sz="2667">
                <a:solidFill>
                  <a:srgbClr val="FF9800"/>
                </a:solidFill>
              </a:defRPr>
            </a:lvl9pPr>
          </a:lstStyle>
          <a:p>
            <a:r>
              <a:rPr lang="en-US" dirty="0"/>
              <a:t>Click to edit Master subtitle style</a:t>
            </a:r>
            <a:endParaRPr dirty="0"/>
          </a:p>
        </p:txBody>
      </p:sp>
      <p:sp>
        <p:nvSpPr>
          <p:cNvPr id="19" name="Google Shape;163;p10"/>
          <p:cNvSpPr txBox="1">
            <a:spLocks noGrp="1"/>
          </p:cNvSpPr>
          <p:nvPr userDrawn="1">
            <p:ph type="sldNum" idx="4"/>
          </p:nvPr>
        </p:nvSpPr>
        <p:spPr>
          <a:xfrm>
            <a:off x="11241511" y="6461580"/>
            <a:ext cx="806636" cy="415777"/>
          </a:xfrm>
          <a:prstGeom prst="rect">
            <a:avLst/>
          </a:prstGeom>
        </p:spPr>
        <p:txBody>
          <a:bodyPr spcFirstLastPara="1" wrap="square" lIns="91425" tIns="91425" rIns="91425" bIns="91425" anchor="ctr" anchorCtr="0">
            <a:noAutofit/>
          </a:bodyPr>
          <a:lstStyle>
            <a:lvl1pPr lvl="0" algn="ctr">
              <a:buNone/>
              <a:defRPr sz="1867" b="1">
                <a:solidFill>
                  <a:schemeClr val="bg1"/>
                </a:solidFil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A5FE59A5-F4B4-47F3-8C4B-BD6C0C97D865}" type="slidenum">
              <a:rPr lang="en-IN" smtClean="0"/>
              <a:t>‹#›</a:t>
            </a:fld>
            <a:endParaRPr lang="en-IN" dirty="0"/>
          </a:p>
        </p:txBody>
      </p:sp>
    </p:spTree>
    <p:extLst>
      <p:ext uri="{BB962C8B-B14F-4D97-AF65-F5344CB8AC3E}">
        <p14:creationId xmlns:p14="http://schemas.microsoft.com/office/powerpoint/2010/main" val="2303364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Normal">
    <p:spTree>
      <p:nvGrpSpPr>
        <p:cNvPr id="1" name=""/>
        <p:cNvGrpSpPr/>
        <p:nvPr/>
      </p:nvGrpSpPr>
      <p:grpSpPr>
        <a:xfrm>
          <a:off x="0" y="0"/>
          <a:ext cx="0" cy="0"/>
          <a:chOff x="0" y="0"/>
          <a:chExt cx="0" cy="0"/>
        </a:xfrm>
      </p:grpSpPr>
      <p:grpSp>
        <p:nvGrpSpPr>
          <p:cNvPr id="5" name="Google Shape;64;p5"/>
          <p:cNvGrpSpPr/>
          <p:nvPr userDrawn="1"/>
        </p:nvGrpSpPr>
        <p:grpSpPr>
          <a:xfrm rot="10800000" flipH="1">
            <a:off x="8" y="-5244"/>
            <a:ext cx="6730415" cy="809783"/>
            <a:chOff x="-2168138" y="330076"/>
            <a:chExt cx="8650663" cy="1211718"/>
          </a:xfrm>
          <a:solidFill>
            <a:schemeClr val="bg1">
              <a:lumMod val="95000"/>
            </a:schemeClr>
          </a:solidFill>
        </p:grpSpPr>
        <p:sp>
          <p:nvSpPr>
            <p:cNvPr id="9" name="Google Shape;65;p5"/>
            <p:cNvSpPr/>
            <p:nvPr userDrawn="1"/>
          </p:nvSpPr>
          <p:spPr>
            <a:xfrm>
              <a:off x="-2168138" y="330082"/>
              <a:ext cx="6958200" cy="1211709"/>
            </a:xfrm>
            <a:prstGeom prst="rect">
              <a:avLst/>
            </a:prstGeom>
            <a:grpFill/>
            <a:ln>
              <a:noFill/>
            </a:ln>
          </p:spPr>
          <p:txBody>
            <a:bodyPr spcFirstLastPara="1" wrap="square" lIns="91425" tIns="91425" rIns="91425" bIns="91425" anchor="ctr" anchorCtr="0">
              <a:noAutofit/>
            </a:bodyPr>
            <a:lstStyle/>
            <a:p>
              <a:pPr defTabSz="914332">
                <a:buClr>
                  <a:srgbClr val="000000"/>
                </a:buClr>
                <a:buFont typeface="Arial"/>
                <a:buNone/>
              </a:pPr>
              <a:endParaRPr sz="1867" kern="0" dirty="0">
                <a:solidFill>
                  <a:srgbClr val="000000"/>
                </a:solidFill>
                <a:latin typeface="Arvo"/>
                <a:ea typeface="Arvo"/>
                <a:cs typeface="Arvo"/>
                <a:sym typeface="Arvo"/>
              </a:endParaRPr>
            </a:p>
          </p:txBody>
        </p:sp>
        <p:sp>
          <p:nvSpPr>
            <p:cNvPr id="10" name="Google Shape;66;p5"/>
            <p:cNvSpPr/>
            <p:nvPr userDrawn="1"/>
          </p:nvSpPr>
          <p:spPr>
            <a:xfrm>
              <a:off x="4783025" y="330076"/>
              <a:ext cx="1699500" cy="1211718"/>
            </a:xfrm>
            <a:prstGeom prst="rtTriangle">
              <a:avLst/>
            </a:prstGeom>
            <a:grpFill/>
            <a:ln>
              <a:noFill/>
            </a:ln>
          </p:spPr>
          <p:txBody>
            <a:bodyPr spcFirstLastPara="1" wrap="square" lIns="91425" tIns="91425" rIns="91425" bIns="91425" anchor="ctr" anchorCtr="0">
              <a:noAutofit/>
            </a:bodyPr>
            <a:lstStyle/>
            <a:p>
              <a:pPr defTabSz="914332">
                <a:buClr>
                  <a:srgbClr val="000000"/>
                </a:buClr>
                <a:buFont typeface="Arial"/>
                <a:buNone/>
              </a:pPr>
              <a:endParaRPr sz="1867" kern="0" dirty="0">
                <a:solidFill>
                  <a:srgbClr val="000000"/>
                </a:solidFill>
                <a:latin typeface="Arvo"/>
                <a:ea typeface="Arvo"/>
                <a:cs typeface="Arvo"/>
                <a:sym typeface="Arvo"/>
              </a:endParaRPr>
            </a:p>
          </p:txBody>
        </p:sp>
      </p:grpSp>
      <p:grpSp>
        <p:nvGrpSpPr>
          <p:cNvPr id="6" name="Google Shape;67;p5"/>
          <p:cNvGrpSpPr/>
          <p:nvPr userDrawn="1"/>
        </p:nvGrpSpPr>
        <p:grpSpPr>
          <a:xfrm rot="10800000" flipH="1">
            <a:off x="1" y="-5239"/>
            <a:ext cx="7039120" cy="660372"/>
            <a:chOff x="-9092084" y="330075"/>
            <a:chExt cx="15560570" cy="1699501"/>
          </a:xfrm>
          <a:solidFill>
            <a:srgbClr val="2384AF"/>
          </a:solidFill>
        </p:grpSpPr>
        <p:sp>
          <p:nvSpPr>
            <p:cNvPr id="7" name="Google Shape;68;p5"/>
            <p:cNvSpPr/>
            <p:nvPr userDrawn="1"/>
          </p:nvSpPr>
          <p:spPr>
            <a:xfrm>
              <a:off x="-9092084" y="330076"/>
              <a:ext cx="13882200" cy="1699500"/>
            </a:xfrm>
            <a:prstGeom prst="rect">
              <a:avLst/>
            </a:prstGeom>
            <a:grpFill/>
            <a:ln>
              <a:noFill/>
            </a:ln>
          </p:spPr>
          <p:txBody>
            <a:bodyPr spcFirstLastPara="1" wrap="square" lIns="91425" tIns="91425" rIns="91425" bIns="91425" anchor="ctr" anchorCtr="0">
              <a:noAutofit/>
            </a:bodyPr>
            <a:lstStyle/>
            <a:p>
              <a:pPr defTabSz="914332">
                <a:buClr>
                  <a:srgbClr val="000000"/>
                </a:buClr>
                <a:buFont typeface="Arial"/>
                <a:buNone/>
              </a:pPr>
              <a:endParaRPr sz="1867" kern="0" dirty="0">
                <a:solidFill>
                  <a:srgbClr val="000000"/>
                </a:solidFill>
                <a:latin typeface="Arvo"/>
                <a:ea typeface="Arvo"/>
                <a:cs typeface="Arvo"/>
                <a:sym typeface="Arvo"/>
              </a:endParaRPr>
            </a:p>
          </p:txBody>
        </p:sp>
        <p:sp>
          <p:nvSpPr>
            <p:cNvPr id="8" name="Google Shape;69;p5"/>
            <p:cNvSpPr/>
            <p:nvPr userDrawn="1"/>
          </p:nvSpPr>
          <p:spPr>
            <a:xfrm>
              <a:off x="4768986" y="330075"/>
              <a:ext cx="1699500" cy="1699501"/>
            </a:xfrm>
            <a:prstGeom prst="rtTriangle">
              <a:avLst/>
            </a:prstGeom>
            <a:grpFill/>
            <a:ln>
              <a:noFill/>
            </a:ln>
          </p:spPr>
          <p:txBody>
            <a:bodyPr spcFirstLastPara="1" wrap="square" lIns="91425" tIns="91425" rIns="91425" bIns="91425" anchor="ctr" anchorCtr="0">
              <a:noAutofit/>
            </a:bodyPr>
            <a:lstStyle/>
            <a:p>
              <a:pPr defTabSz="914332">
                <a:buClr>
                  <a:srgbClr val="000000"/>
                </a:buClr>
                <a:buFont typeface="Arial"/>
                <a:buNone/>
              </a:pPr>
              <a:endParaRPr sz="1867" kern="0" dirty="0">
                <a:solidFill>
                  <a:srgbClr val="000000"/>
                </a:solidFill>
                <a:latin typeface="Arvo"/>
                <a:ea typeface="Arvo"/>
                <a:cs typeface="Arvo"/>
                <a:sym typeface="Arvo"/>
              </a:endParaRPr>
            </a:p>
          </p:txBody>
        </p:sp>
      </p:grpSp>
      <p:sp>
        <p:nvSpPr>
          <p:cNvPr id="11" name="Google Shape;78;p5"/>
          <p:cNvSpPr txBox="1">
            <a:spLocks noGrp="1"/>
          </p:cNvSpPr>
          <p:nvPr>
            <p:ph type="title"/>
          </p:nvPr>
        </p:nvSpPr>
        <p:spPr>
          <a:xfrm>
            <a:off x="3" y="37720"/>
            <a:ext cx="6730423" cy="574453"/>
          </a:xfrm>
          <a:prstGeom prst="rect">
            <a:avLst/>
          </a:prstGeom>
        </p:spPr>
        <p:txBody>
          <a:bodyPr spcFirstLastPara="1" wrap="square" lIns="108000" tIns="0" rIns="0" bIns="0" anchor="ctr" anchorCtr="0">
            <a:spAutoFit/>
          </a:bodyPr>
          <a:lstStyle>
            <a:lvl1pPr lvl="0">
              <a:spcBef>
                <a:spcPts val="0"/>
              </a:spcBef>
              <a:spcAft>
                <a:spcPts val="0"/>
              </a:spcAft>
              <a:buSzPts val="2000"/>
              <a:buNone/>
              <a:defRPr sz="3733">
                <a:solidFill>
                  <a:schemeClr val="bg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r>
              <a:rPr lang="en-US" dirty="0"/>
              <a:t>Click to edit Master title style</a:t>
            </a:r>
            <a:endParaRPr dirty="0"/>
          </a:p>
        </p:txBody>
      </p:sp>
      <p:grpSp>
        <p:nvGrpSpPr>
          <p:cNvPr id="2" name="Group 1"/>
          <p:cNvGrpSpPr/>
          <p:nvPr userDrawn="1"/>
        </p:nvGrpSpPr>
        <p:grpSpPr>
          <a:xfrm>
            <a:off x="9475270" y="6224888"/>
            <a:ext cx="2721116" cy="634145"/>
            <a:chOff x="9475270" y="6224888"/>
            <a:chExt cx="2721116" cy="634145"/>
          </a:xfrm>
          <a:solidFill>
            <a:schemeClr val="bg1">
              <a:lumMod val="95000"/>
            </a:schemeClr>
          </a:solidFill>
        </p:grpSpPr>
        <p:sp>
          <p:nvSpPr>
            <p:cNvPr id="13" name="Google Shape;167;p10"/>
            <p:cNvSpPr/>
            <p:nvPr/>
          </p:nvSpPr>
          <p:spPr>
            <a:xfrm flipH="1">
              <a:off x="10366251" y="6224889"/>
              <a:ext cx="1830135" cy="634143"/>
            </a:xfrm>
            <a:prstGeom prst="rect">
              <a:avLst/>
            </a:prstGeom>
            <a:grpFill/>
            <a:ln>
              <a:noFill/>
            </a:ln>
          </p:spPr>
          <p:txBody>
            <a:bodyPr spcFirstLastPara="1" wrap="square" lIns="91425" tIns="91425" rIns="91425" bIns="91425" anchor="ctr" anchorCtr="0">
              <a:noAutofit/>
            </a:bodyPr>
            <a:lstStyle/>
            <a:p>
              <a:pPr defTabSz="914332">
                <a:buClr>
                  <a:srgbClr val="000000"/>
                </a:buClr>
                <a:buFont typeface="Arial"/>
                <a:buNone/>
              </a:pPr>
              <a:endParaRPr sz="1867" kern="0" dirty="0">
                <a:solidFill>
                  <a:srgbClr val="000000"/>
                </a:solidFill>
                <a:latin typeface="Roboto Condensed" pitchFamily="2" charset="0"/>
                <a:cs typeface="Arial"/>
                <a:sym typeface="Arial"/>
              </a:endParaRPr>
            </a:p>
          </p:txBody>
        </p:sp>
        <p:sp>
          <p:nvSpPr>
            <p:cNvPr id="14" name="Google Shape;168;p10"/>
            <p:cNvSpPr/>
            <p:nvPr/>
          </p:nvSpPr>
          <p:spPr>
            <a:xfrm flipH="1">
              <a:off x="9475270" y="6224888"/>
              <a:ext cx="894617" cy="634145"/>
            </a:xfrm>
            <a:prstGeom prst="rtTriangle">
              <a:avLst/>
            </a:prstGeom>
            <a:grpFill/>
            <a:ln>
              <a:noFill/>
            </a:ln>
          </p:spPr>
          <p:txBody>
            <a:bodyPr spcFirstLastPara="1" wrap="square" lIns="91425" tIns="91425" rIns="91425" bIns="91425" anchor="ctr" anchorCtr="0">
              <a:noAutofit/>
            </a:bodyPr>
            <a:lstStyle/>
            <a:p>
              <a:pPr defTabSz="914332">
                <a:buClr>
                  <a:srgbClr val="000000"/>
                </a:buClr>
                <a:buFont typeface="Arial"/>
                <a:buNone/>
              </a:pPr>
              <a:endParaRPr sz="1867" kern="0" dirty="0">
                <a:solidFill>
                  <a:srgbClr val="000000"/>
                </a:solidFill>
                <a:latin typeface="Roboto Condensed" pitchFamily="2" charset="0"/>
                <a:cs typeface="Arial"/>
                <a:sym typeface="Arial"/>
              </a:endParaRPr>
            </a:p>
          </p:txBody>
        </p:sp>
      </p:grpSp>
      <p:grpSp>
        <p:nvGrpSpPr>
          <p:cNvPr id="3" name="Group 2"/>
          <p:cNvGrpSpPr/>
          <p:nvPr userDrawn="1"/>
        </p:nvGrpSpPr>
        <p:grpSpPr>
          <a:xfrm>
            <a:off x="9266417" y="6456905"/>
            <a:ext cx="2933151" cy="406084"/>
            <a:chOff x="9266417" y="6456905"/>
            <a:chExt cx="2933151" cy="406084"/>
          </a:xfrm>
          <a:solidFill>
            <a:srgbClr val="2384AF"/>
          </a:solidFill>
        </p:grpSpPr>
        <p:sp>
          <p:nvSpPr>
            <p:cNvPr id="15" name="Google Shape;170;p10"/>
            <p:cNvSpPr/>
            <p:nvPr/>
          </p:nvSpPr>
          <p:spPr>
            <a:xfrm flipH="1">
              <a:off x="9663959" y="6456921"/>
              <a:ext cx="2535609" cy="406068"/>
            </a:xfrm>
            <a:prstGeom prst="rect">
              <a:avLst/>
            </a:prstGeom>
            <a:grpFill/>
            <a:ln>
              <a:noFill/>
            </a:ln>
          </p:spPr>
          <p:txBody>
            <a:bodyPr spcFirstLastPara="1" wrap="square" lIns="91425" tIns="91425" rIns="91425" bIns="91425" anchor="ctr" anchorCtr="0">
              <a:noAutofit/>
            </a:bodyPr>
            <a:lstStyle/>
            <a:p>
              <a:pPr defTabSz="914332">
                <a:buClr>
                  <a:srgbClr val="000000"/>
                </a:buClr>
                <a:buFont typeface="Arial"/>
                <a:buNone/>
              </a:pPr>
              <a:endParaRPr sz="1867" kern="0" dirty="0">
                <a:solidFill>
                  <a:srgbClr val="000000"/>
                </a:solidFill>
                <a:latin typeface="Roboto Condensed" pitchFamily="2" charset="0"/>
                <a:cs typeface="Arial"/>
                <a:sym typeface="Arial"/>
              </a:endParaRPr>
            </a:p>
          </p:txBody>
        </p:sp>
        <p:sp>
          <p:nvSpPr>
            <p:cNvPr id="16" name="Google Shape;171;p10"/>
            <p:cNvSpPr/>
            <p:nvPr/>
          </p:nvSpPr>
          <p:spPr>
            <a:xfrm flipH="1">
              <a:off x="9266417" y="6456905"/>
              <a:ext cx="406067" cy="406068"/>
            </a:xfrm>
            <a:prstGeom prst="rtTriangle">
              <a:avLst/>
            </a:prstGeom>
            <a:grpFill/>
            <a:ln>
              <a:noFill/>
            </a:ln>
          </p:spPr>
          <p:txBody>
            <a:bodyPr spcFirstLastPara="1" wrap="square" lIns="91425" tIns="91425" rIns="91425" bIns="91425" anchor="ctr" anchorCtr="0">
              <a:noAutofit/>
            </a:bodyPr>
            <a:lstStyle/>
            <a:p>
              <a:pPr defTabSz="914332">
                <a:buClr>
                  <a:srgbClr val="000000"/>
                </a:buClr>
                <a:buFont typeface="Arial"/>
                <a:buNone/>
              </a:pPr>
              <a:endParaRPr sz="1867" kern="0" dirty="0">
                <a:solidFill>
                  <a:srgbClr val="000000"/>
                </a:solidFill>
                <a:latin typeface="Roboto Condensed" pitchFamily="2" charset="0"/>
                <a:cs typeface="Arial"/>
                <a:sym typeface="Arial"/>
              </a:endParaRPr>
            </a:p>
          </p:txBody>
        </p:sp>
      </p:grpSp>
      <p:sp>
        <p:nvSpPr>
          <p:cNvPr id="17" name="Google Shape;163;p10"/>
          <p:cNvSpPr txBox="1">
            <a:spLocks noGrp="1"/>
          </p:cNvSpPr>
          <p:nvPr>
            <p:ph type="sldNum" idx="4"/>
          </p:nvPr>
        </p:nvSpPr>
        <p:spPr>
          <a:xfrm>
            <a:off x="11241511" y="6461580"/>
            <a:ext cx="806636" cy="415777"/>
          </a:xfrm>
          <a:prstGeom prst="rect">
            <a:avLst/>
          </a:prstGeom>
        </p:spPr>
        <p:txBody>
          <a:bodyPr spcFirstLastPara="1" wrap="square" lIns="91425" tIns="91425" rIns="91425" bIns="91425" anchor="ctr" anchorCtr="0">
            <a:noAutofit/>
          </a:bodyPr>
          <a:lstStyle>
            <a:lvl1pPr lvl="0" algn="ctr">
              <a:buNone/>
              <a:defRPr sz="1867" b="1">
                <a:solidFill>
                  <a:schemeClr val="bg1"/>
                </a:solidFil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A5FE59A5-F4B4-47F3-8C4B-BD6C0C97D865}" type="slidenum">
              <a:rPr lang="en-IN" smtClean="0"/>
              <a:t>‹#›</a:t>
            </a:fld>
            <a:endParaRPr lang="en-IN" dirty="0"/>
          </a:p>
        </p:txBody>
      </p:sp>
      <p:sp>
        <p:nvSpPr>
          <p:cNvPr id="22" name="Text Placeholder 21"/>
          <p:cNvSpPr>
            <a:spLocks noGrp="1"/>
          </p:cNvSpPr>
          <p:nvPr>
            <p:ph type="body" sz="quarter" idx="10"/>
          </p:nvPr>
        </p:nvSpPr>
        <p:spPr>
          <a:xfrm>
            <a:off x="167217" y="804333"/>
            <a:ext cx="11633200" cy="5420784"/>
          </a:xfrm>
          <a:prstGeom prst="rect">
            <a:avLst/>
          </a:prstGeom>
        </p:spPr>
        <p:txBody>
          <a:bodyPr/>
          <a:lstStyle>
            <a:lvl1pPr>
              <a:buClr>
                <a:srgbClr val="19212F"/>
              </a:buClr>
              <a:defRPr sz="2133"/>
            </a:lvl1pPr>
          </a:lstStyle>
          <a:p>
            <a:pPr lvl="0"/>
            <a:r>
              <a:rPr lang="en-US" dirty="0"/>
              <a:t>Click to edit Master text styles</a:t>
            </a:r>
          </a:p>
        </p:txBody>
      </p:sp>
    </p:spTree>
    <p:extLst>
      <p:ext uri="{BB962C8B-B14F-4D97-AF65-F5344CB8AC3E}">
        <p14:creationId xmlns:p14="http://schemas.microsoft.com/office/powerpoint/2010/main" val="1299213513"/>
      </p:ext>
    </p:extLst>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85700" y="523433"/>
            <a:ext cx="7011200" cy="1021600"/>
          </a:xfrm>
          <a:prstGeom prst="rect">
            <a:avLst/>
          </a:prstGeom>
          <a:noFill/>
          <a:ln>
            <a:noFill/>
          </a:ln>
        </p:spPr>
        <p:txBody>
          <a:bodyPr spcFirstLastPara="1" wrap="square" lIns="91425" tIns="91425" rIns="91425" bIns="91425" anchor="ctr" anchorCtr="0"/>
          <a:lstStyle>
            <a:lvl1pPr lvl="0">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1pPr>
            <a:lvl2pPr lvl="1">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9pPr>
          </a:lstStyle>
          <a:p>
            <a:endParaRPr dirty="0"/>
          </a:p>
        </p:txBody>
      </p:sp>
      <p:sp>
        <p:nvSpPr>
          <p:cNvPr id="5" name="Google Shape;163;p10"/>
          <p:cNvSpPr txBox="1">
            <a:spLocks noGrp="1"/>
          </p:cNvSpPr>
          <p:nvPr>
            <p:ph type="sldNum" idx="4"/>
          </p:nvPr>
        </p:nvSpPr>
        <p:spPr>
          <a:xfrm>
            <a:off x="11241511" y="6461580"/>
            <a:ext cx="806636" cy="415777"/>
          </a:xfrm>
          <a:prstGeom prst="rect">
            <a:avLst/>
          </a:prstGeom>
        </p:spPr>
        <p:txBody>
          <a:bodyPr spcFirstLastPara="1" wrap="square" lIns="91425" tIns="91425" rIns="91425" bIns="91425" anchor="ctr" anchorCtr="0">
            <a:noAutofit/>
          </a:bodyPr>
          <a:lstStyle>
            <a:lvl1pPr lvl="0" algn="ctr">
              <a:buNone/>
              <a:defRPr sz="1867" b="1">
                <a:solidFill>
                  <a:schemeClr val="bg1"/>
                </a:solidFill>
                <a:latin typeface="Roboto Condensed" pitchFamily="2" charset="0"/>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A5FE59A5-F4B4-47F3-8C4B-BD6C0C97D865}" type="slidenum">
              <a:rPr lang="en-IN" smtClean="0"/>
              <a:t>‹#›</a:t>
            </a:fld>
            <a:endParaRPr lang="en-IN" dirty="0"/>
          </a:p>
        </p:txBody>
      </p:sp>
    </p:spTree>
    <p:extLst>
      <p:ext uri="{BB962C8B-B14F-4D97-AF65-F5344CB8AC3E}">
        <p14:creationId xmlns:p14="http://schemas.microsoft.com/office/powerpoint/2010/main" val="1222149891"/>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Lst>
  <p:transition>
    <p:fade thruBlk="1"/>
  </p:transition>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609570" marR="0" lvl="0" indent="-507974" algn="l" rtl="0" eaLnBrk="1" hangingPunct="1">
        <a:lnSpc>
          <a:spcPct val="100000"/>
        </a:lnSpc>
        <a:spcBef>
          <a:spcPts val="0"/>
        </a:spcBef>
        <a:spcAft>
          <a:spcPts val="0"/>
        </a:spcAft>
        <a:buClr>
          <a:srgbClr val="000000"/>
        </a:buClr>
        <a:buFont typeface="Wingdings" panose="05000000000000000000" pitchFamily="2" charset="2"/>
        <a:buChar char="§"/>
        <a:defRPr sz="1867" b="0" i="0" u="none" strike="noStrike" cap="none">
          <a:solidFill>
            <a:srgbClr val="000000"/>
          </a:solidFill>
          <a:latin typeface="Roboto Condensed" pitchFamily="2" charset="0"/>
          <a:ea typeface="Roboto Condensed" pitchFamily="2" charset="0"/>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hyperlink" Target="https://www.geeksforgeeks.org/how-to-use-ngif-else-in-angularjs/"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http://localhost:4200/"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Angular</a:t>
            </a:r>
            <a:endParaRPr lang="en-US" dirty="0"/>
          </a:p>
        </p:txBody>
      </p:sp>
      <p:sp>
        <p:nvSpPr>
          <p:cNvPr id="3" name="Subtitle 2"/>
          <p:cNvSpPr>
            <a:spLocks noGrp="1"/>
          </p:cNvSpPr>
          <p:nvPr>
            <p:ph type="subTitle" idx="1"/>
          </p:nvPr>
        </p:nvSpPr>
        <p:spPr/>
        <p:txBody>
          <a:bodyPr/>
          <a:lstStyle/>
          <a:p>
            <a:r>
              <a:rPr lang="en-US" dirty="0" smtClean="0"/>
              <a:t>Company: </a:t>
            </a:r>
            <a:r>
              <a:rPr lang="en-US" dirty="0" err="1" smtClean="0"/>
              <a:t>JSpiders</a:t>
            </a:r>
            <a:r>
              <a:rPr lang="en-US" dirty="0" smtClean="0"/>
              <a:t> </a:t>
            </a:r>
            <a:endParaRPr lang="en-US" dirty="0"/>
          </a:p>
        </p:txBody>
      </p:sp>
    </p:spTree>
    <p:extLst>
      <p:ext uri="{BB962C8B-B14F-4D97-AF65-F5344CB8AC3E}">
        <p14:creationId xmlns:p14="http://schemas.microsoft.com/office/powerpoint/2010/main" val="975016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Angular?</a:t>
            </a:r>
            <a:endParaRPr lang="en-US" dirty="0"/>
          </a:p>
        </p:txBody>
      </p:sp>
      <p:sp>
        <p:nvSpPr>
          <p:cNvPr id="3" name="Slide Number Placeholder 2"/>
          <p:cNvSpPr>
            <a:spLocks noGrp="1"/>
          </p:cNvSpPr>
          <p:nvPr>
            <p:ph type="sldNum" idx="4"/>
          </p:nvPr>
        </p:nvSpPr>
        <p:spPr/>
        <p:txBody>
          <a:bodyPr/>
          <a:lstStyle/>
          <a:p>
            <a:fld id="{A5FE59A5-F4B4-47F3-8C4B-BD6C0C97D865}" type="slidenum">
              <a:rPr lang="en-IN" smtClean="0"/>
              <a:t>2</a:t>
            </a:fld>
            <a:endParaRPr lang="en-IN" dirty="0"/>
          </a:p>
        </p:txBody>
      </p:sp>
      <p:sp>
        <p:nvSpPr>
          <p:cNvPr id="4" name="Text Placeholder 3"/>
          <p:cNvSpPr>
            <a:spLocks noGrp="1"/>
          </p:cNvSpPr>
          <p:nvPr>
            <p:ph type="body" sz="quarter" idx="10"/>
          </p:nvPr>
        </p:nvSpPr>
        <p:spPr/>
        <p:txBody>
          <a:bodyPr/>
          <a:lstStyle/>
          <a:p>
            <a:pPr marL="101596" indent="0">
              <a:buNone/>
            </a:pPr>
            <a:endParaRPr lang="en-US" sz="2800" b="1" dirty="0" smtClean="0">
              <a:solidFill>
                <a:schemeClr val="accent5">
                  <a:lumMod val="50000"/>
                </a:schemeClr>
              </a:solidFill>
            </a:endParaRPr>
          </a:p>
          <a:p>
            <a:pPr marL="101596" indent="0">
              <a:buNone/>
            </a:pPr>
            <a:endParaRPr lang="en-US" sz="2800" b="1" dirty="0">
              <a:solidFill>
                <a:schemeClr val="accent5">
                  <a:lumMod val="50000"/>
                </a:schemeClr>
              </a:solidFill>
            </a:endParaRPr>
          </a:p>
          <a:p>
            <a:pPr marL="101596" indent="0">
              <a:buNone/>
            </a:pPr>
            <a:endParaRPr lang="en-US" sz="2800" b="1" dirty="0" smtClean="0">
              <a:solidFill>
                <a:schemeClr val="accent5">
                  <a:lumMod val="50000"/>
                </a:schemeClr>
              </a:solidFill>
            </a:endParaRPr>
          </a:p>
          <a:p>
            <a:pPr marL="101596" indent="0">
              <a:buNone/>
            </a:pPr>
            <a:r>
              <a:rPr lang="en-US" sz="2800" b="1" dirty="0" smtClean="0">
                <a:solidFill>
                  <a:schemeClr val="accent5">
                    <a:lumMod val="50000"/>
                  </a:schemeClr>
                </a:solidFill>
              </a:rPr>
              <a:t>What </a:t>
            </a:r>
            <a:r>
              <a:rPr lang="en-US" sz="2800" b="1" dirty="0">
                <a:solidFill>
                  <a:schemeClr val="accent5">
                    <a:lumMod val="50000"/>
                  </a:schemeClr>
                </a:solidFill>
              </a:rPr>
              <a:t>is </a:t>
            </a:r>
            <a:r>
              <a:rPr lang="en-US" sz="2800" b="1" dirty="0" smtClean="0">
                <a:solidFill>
                  <a:schemeClr val="accent5">
                    <a:lumMod val="50000"/>
                  </a:schemeClr>
                </a:solidFill>
              </a:rPr>
              <a:t>Angular?</a:t>
            </a:r>
            <a:endParaRPr lang="en-US" sz="2800" b="1" dirty="0">
              <a:solidFill>
                <a:schemeClr val="accent5">
                  <a:lumMod val="50000"/>
                </a:schemeClr>
              </a:solidFill>
            </a:endParaRPr>
          </a:p>
          <a:p>
            <a:pPr marL="101596" indent="0">
              <a:buNone/>
            </a:pPr>
            <a:r>
              <a:rPr lang="en-GB" dirty="0" smtClean="0"/>
              <a:t>	</a:t>
            </a:r>
            <a:r>
              <a:rPr lang="en-GB" dirty="0" smtClean="0">
                <a:solidFill>
                  <a:schemeClr val="accent5">
                    <a:lumMod val="75000"/>
                  </a:schemeClr>
                </a:solidFill>
              </a:rPr>
              <a:t>Angular </a:t>
            </a:r>
            <a:r>
              <a:rPr lang="en-GB" dirty="0">
                <a:solidFill>
                  <a:schemeClr val="accent5">
                    <a:lumMod val="75000"/>
                  </a:schemeClr>
                </a:solidFill>
              </a:rPr>
              <a:t>is an open-source JavaScript front-end web application development framework primarily supported by Google to develop single-page, cross-platform, and performant applications</a:t>
            </a:r>
            <a:r>
              <a:rPr lang="en-GB" dirty="0" smtClean="0">
                <a:solidFill>
                  <a:schemeClr val="accent5">
                    <a:lumMod val="75000"/>
                  </a:schemeClr>
                </a:solidFill>
              </a:rPr>
              <a:t>.</a:t>
            </a:r>
            <a:r>
              <a:rPr lang="en-GB" dirty="0" smtClean="0"/>
              <a:t/>
            </a:r>
            <a:br>
              <a:rPr lang="en-GB" dirty="0" smtClean="0"/>
            </a:br>
            <a:endParaRPr lang="en-GB" dirty="0" smtClean="0"/>
          </a:p>
          <a:p>
            <a:pPr marL="101596" indent="0">
              <a:buNone/>
            </a:pPr>
            <a:endParaRPr lang="en-GB" dirty="0" smtClean="0"/>
          </a:p>
          <a:p>
            <a:pPr marL="101596" indent="0">
              <a:buNone/>
            </a:pPr>
            <a:endParaRPr lang="en-US" dirty="0"/>
          </a:p>
          <a:p>
            <a:pPr marL="101596" indent="0">
              <a:buNone/>
            </a:pPr>
            <a:endParaRPr lang="en-GB" dirty="0" smtClean="0"/>
          </a:p>
        </p:txBody>
      </p:sp>
    </p:spTree>
    <p:extLst>
      <p:ext uri="{BB962C8B-B14F-4D97-AF65-F5344CB8AC3E}">
        <p14:creationId xmlns:p14="http://schemas.microsoft.com/office/powerpoint/2010/main" val="1939813168"/>
      </p:ext>
    </p:extLst>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 y="109503"/>
            <a:ext cx="6730423" cy="430887"/>
          </a:xfrm>
        </p:spPr>
        <p:txBody>
          <a:bodyPr/>
          <a:lstStyle/>
          <a:p>
            <a:r>
              <a:rPr lang="en-GB" sz="2800" dirty="0" smtClean="0"/>
              <a:t>Features of Angular?</a:t>
            </a:r>
            <a:endParaRPr lang="en-GB" sz="2800" dirty="0"/>
          </a:p>
        </p:txBody>
      </p:sp>
      <p:sp>
        <p:nvSpPr>
          <p:cNvPr id="3" name="Slide Number Placeholder 2"/>
          <p:cNvSpPr>
            <a:spLocks noGrp="1"/>
          </p:cNvSpPr>
          <p:nvPr>
            <p:ph type="sldNum" idx="4"/>
          </p:nvPr>
        </p:nvSpPr>
        <p:spPr/>
        <p:txBody>
          <a:bodyPr/>
          <a:lstStyle/>
          <a:p>
            <a:fld id="{A5FE59A5-F4B4-47F3-8C4B-BD6C0C97D865}" type="slidenum">
              <a:rPr lang="en-IN" smtClean="0"/>
              <a:t>3</a:t>
            </a:fld>
            <a:endParaRPr lang="en-IN" dirty="0"/>
          </a:p>
        </p:txBody>
      </p:sp>
      <p:sp>
        <p:nvSpPr>
          <p:cNvPr id="4" name="Text Placeholder 3"/>
          <p:cNvSpPr>
            <a:spLocks noGrp="1"/>
          </p:cNvSpPr>
          <p:nvPr>
            <p:ph type="body" sz="quarter" idx="10"/>
          </p:nvPr>
        </p:nvSpPr>
        <p:spPr/>
        <p:txBody>
          <a:bodyPr/>
          <a:lstStyle/>
          <a:p>
            <a:pPr marL="101596" indent="0">
              <a:buNone/>
            </a:pPr>
            <a:endParaRPr lang="en-GB" b="1" dirty="0" smtClean="0"/>
          </a:p>
          <a:p>
            <a:pPr marL="101596" indent="0">
              <a:buNone/>
            </a:pPr>
            <a:endParaRPr lang="en-GB" b="1" dirty="0"/>
          </a:p>
          <a:p>
            <a:pPr marL="101596" indent="0">
              <a:buNone/>
            </a:pPr>
            <a:endParaRPr lang="en-GB" b="1" dirty="0"/>
          </a:p>
          <a:p>
            <a:pPr marL="101596" indent="0">
              <a:buNone/>
            </a:pPr>
            <a:endParaRPr lang="en-GB" b="1" dirty="0" smtClean="0"/>
          </a:p>
          <a:p>
            <a:pPr marL="101596" indent="0">
              <a:buNone/>
            </a:pPr>
            <a:r>
              <a:rPr lang="en-GB" b="1" dirty="0" smtClean="0">
                <a:solidFill>
                  <a:schemeClr val="accent5">
                    <a:lumMod val="50000"/>
                  </a:schemeClr>
                </a:solidFill>
              </a:rPr>
              <a:t>What </a:t>
            </a:r>
            <a:r>
              <a:rPr lang="en-GB" b="1" dirty="0">
                <a:solidFill>
                  <a:schemeClr val="accent5">
                    <a:lumMod val="50000"/>
                  </a:schemeClr>
                </a:solidFill>
              </a:rPr>
              <a:t>Is A Single-Page Application</a:t>
            </a:r>
            <a:r>
              <a:rPr lang="en-GB" b="1" dirty="0" smtClean="0">
                <a:solidFill>
                  <a:schemeClr val="accent5">
                    <a:lumMod val="50000"/>
                  </a:schemeClr>
                </a:solidFill>
              </a:rPr>
              <a:t>?</a:t>
            </a:r>
          </a:p>
          <a:p>
            <a:pPr marL="101596" indent="0">
              <a:buNone/>
            </a:pPr>
            <a:r>
              <a:rPr lang="en-GB" dirty="0" smtClean="0">
                <a:solidFill>
                  <a:schemeClr val="accent5">
                    <a:lumMod val="75000"/>
                  </a:schemeClr>
                </a:solidFill>
              </a:rPr>
              <a:t>	A </a:t>
            </a:r>
            <a:r>
              <a:rPr lang="en-GB" dirty="0">
                <a:solidFill>
                  <a:schemeClr val="accent5">
                    <a:lumMod val="75000"/>
                  </a:schemeClr>
                </a:solidFill>
              </a:rPr>
              <a:t>single-page application is a website or web application that dynamically interacts with the user by rewriting the current page rather than loading the complete page from the server</a:t>
            </a:r>
            <a:r>
              <a:rPr lang="en-GB" dirty="0" smtClean="0">
                <a:solidFill>
                  <a:schemeClr val="accent5">
                    <a:lumMod val="75000"/>
                  </a:schemeClr>
                </a:solidFill>
              </a:rPr>
              <a:t>.</a:t>
            </a:r>
          </a:p>
          <a:p>
            <a:pPr marL="101596" indent="0">
              <a:buNone/>
            </a:pPr>
            <a:endParaRPr lang="en-GB" dirty="0">
              <a:solidFill>
                <a:schemeClr val="accent5">
                  <a:lumMod val="75000"/>
                </a:schemeClr>
              </a:solidFill>
            </a:endParaRPr>
          </a:p>
          <a:p>
            <a:pPr marL="101596" indent="0">
              <a:buNone/>
            </a:pPr>
            <a:r>
              <a:rPr lang="en-GB" b="1" dirty="0">
                <a:solidFill>
                  <a:schemeClr val="accent5">
                    <a:lumMod val="50000"/>
                  </a:schemeClr>
                </a:solidFill>
              </a:rPr>
              <a:t>What Is A Cross-Platform Application?</a:t>
            </a:r>
          </a:p>
          <a:p>
            <a:pPr marL="101596" indent="0">
              <a:buNone/>
            </a:pPr>
            <a:r>
              <a:rPr lang="en-GB" dirty="0" smtClean="0">
                <a:solidFill>
                  <a:schemeClr val="accent5">
                    <a:lumMod val="75000"/>
                  </a:schemeClr>
                </a:solidFill>
              </a:rPr>
              <a:t>	A </a:t>
            </a:r>
            <a:r>
              <a:rPr lang="en-GB" dirty="0">
                <a:solidFill>
                  <a:schemeClr val="accent5">
                    <a:lumMod val="75000"/>
                  </a:schemeClr>
                </a:solidFill>
              </a:rPr>
              <a:t>cross-platform application is a piece of software that can run on a variety of computer architectures and operating systems.</a:t>
            </a:r>
          </a:p>
          <a:p>
            <a:pPr marL="101596" indent="0">
              <a:buNone/>
            </a:pPr>
            <a:r>
              <a:rPr lang="en-GB" b="1" dirty="0">
                <a:solidFill>
                  <a:schemeClr val="accent5">
                    <a:lumMod val="50000"/>
                  </a:schemeClr>
                </a:solidFill>
              </a:rPr>
              <a:t> </a:t>
            </a:r>
            <a:endParaRPr lang="en-US" b="1" dirty="0">
              <a:solidFill>
                <a:schemeClr val="accent5">
                  <a:lumMod val="50000"/>
                </a:schemeClr>
              </a:solidFill>
            </a:endParaRPr>
          </a:p>
        </p:txBody>
      </p:sp>
    </p:spTree>
    <p:extLst>
      <p:ext uri="{BB962C8B-B14F-4D97-AF65-F5344CB8AC3E}">
        <p14:creationId xmlns:p14="http://schemas.microsoft.com/office/powerpoint/2010/main" val="805457790"/>
      </p:ext>
    </p:extLst>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SPA vs MPA</a:t>
            </a:r>
            <a:endParaRPr lang="en-US" dirty="0"/>
          </a:p>
        </p:txBody>
      </p:sp>
      <p:sp>
        <p:nvSpPr>
          <p:cNvPr id="3" name="Slide Number Placeholder 2"/>
          <p:cNvSpPr>
            <a:spLocks noGrp="1"/>
          </p:cNvSpPr>
          <p:nvPr>
            <p:ph type="sldNum" idx="4"/>
          </p:nvPr>
        </p:nvSpPr>
        <p:spPr/>
        <p:txBody>
          <a:bodyPr/>
          <a:lstStyle/>
          <a:p>
            <a:fld id="{A5FE59A5-F4B4-47F3-8C4B-BD6C0C97D865}" type="slidenum">
              <a:rPr lang="en-IN" smtClean="0"/>
              <a:t>4</a:t>
            </a:fld>
            <a:endParaRPr lang="en-IN" dirty="0"/>
          </a:p>
        </p:txBody>
      </p:sp>
      <p:sp>
        <p:nvSpPr>
          <p:cNvPr id="6" name="Text Placeholder 5"/>
          <p:cNvSpPr>
            <a:spLocks noGrp="1"/>
          </p:cNvSpPr>
          <p:nvPr>
            <p:ph type="body" sz="quarter" idx="10"/>
          </p:nvPr>
        </p:nvSpPr>
        <p:spPr/>
        <p:txBody>
          <a:bodyPr/>
          <a:lstStyle/>
          <a:p>
            <a:pPr marL="101596" indent="0">
              <a:buNone/>
            </a:pPr>
            <a:endParaRPr lang="en-GB" dirty="0" smtClean="0">
              <a:solidFill>
                <a:schemeClr val="accent5">
                  <a:lumMod val="75000"/>
                </a:schemeClr>
              </a:solidFill>
            </a:endParaRPr>
          </a:p>
          <a:p>
            <a:pPr marL="101596" indent="0">
              <a:buNone/>
            </a:pPr>
            <a:endParaRPr lang="en-GB" dirty="0">
              <a:solidFill>
                <a:schemeClr val="accent5">
                  <a:lumMod val="75000"/>
                </a:schemeClr>
              </a:solidFill>
            </a:endParaRPr>
          </a:p>
          <a:p>
            <a:pPr marL="101596" indent="0">
              <a:buNone/>
            </a:pPr>
            <a:endParaRPr lang="en-GB" dirty="0" smtClean="0">
              <a:solidFill>
                <a:schemeClr val="accent5">
                  <a:lumMod val="75000"/>
                </a:schemeClr>
              </a:solidFill>
            </a:endParaRPr>
          </a:p>
          <a:p>
            <a:pPr marL="101596" indent="0">
              <a:buNone/>
            </a:pPr>
            <a:endParaRPr lang="en-GB" dirty="0">
              <a:solidFill>
                <a:schemeClr val="accent5">
                  <a:lumMod val="75000"/>
                </a:schemeClr>
              </a:solidFill>
            </a:endParaRPr>
          </a:p>
          <a:p>
            <a:pPr marL="101596" indent="0">
              <a:buNone/>
            </a:pPr>
            <a:endParaRPr lang="en-GB" dirty="0" smtClean="0">
              <a:solidFill>
                <a:schemeClr val="accent5">
                  <a:lumMod val="75000"/>
                </a:schemeClr>
              </a:solidFill>
            </a:endParaRPr>
          </a:p>
          <a:p>
            <a:pPr marL="101596" indent="0">
              <a:buNone/>
            </a:pPr>
            <a:r>
              <a:rPr lang="en-GB" dirty="0" smtClean="0">
                <a:solidFill>
                  <a:schemeClr val="accent5">
                    <a:lumMod val="75000"/>
                  </a:schemeClr>
                </a:solidFill>
              </a:rPr>
              <a:t>SPA – Single Page Application.</a:t>
            </a:r>
          </a:p>
          <a:p>
            <a:pPr marL="101596" indent="0">
              <a:buNone/>
            </a:pPr>
            <a:endParaRPr lang="en-GB" dirty="0">
              <a:solidFill>
                <a:schemeClr val="accent5">
                  <a:lumMod val="75000"/>
                </a:schemeClr>
              </a:solidFill>
            </a:endParaRPr>
          </a:p>
          <a:p>
            <a:pPr marL="101596" indent="0">
              <a:buNone/>
            </a:pPr>
            <a:r>
              <a:rPr lang="en-GB" dirty="0" smtClean="0">
                <a:solidFill>
                  <a:schemeClr val="accent5">
                    <a:lumMod val="75000"/>
                  </a:schemeClr>
                </a:solidFill>
              </a:rPr>
              <a:t>MPA – Multi Page Application.</a:t>
            </a:r>
            <a:endParaRPr lang="en-GB" dirty="0">
              <a:solidFill>
                <a:schemeClr val="accent5">
                  <a:lumMod val="75000"/>
                </a:schemeClr>
              </a:solidFill>
            </a:endParaRPr>
          </a:p>
        </p:txBody>
      </p:sp>
    </p:spTree>
    <p:extLst>
      <p:ext uri="{BB962C8B-B14F-4D97-AF65-F5344CB8AC3E}">
        <p14:creationId xmlns:p14="http://schemas.microsoft.com/office/powerpoint/2010/main" val="3911717347"/>
      </p:ext>
    </p:extLst>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Angular Version History</a:t>
            </a:r>
            <a:endParaRPr lang="en-US" dirty="0"/>
          </a:p>
        </p:txBody>
      </p:sp>
      <p:sp>
        <p:nvSpPr>
          <p:cNvPr id="3" name="Slide Number Placeholder 2"/>
          <p:cNvSpPr>
            <a:spLocks noGrp="1"/>
          </p:cNvSpPr>
          <p:nvPr>
            <p:ph type="sldNum" idx="4"/>
          </p:nvPr>
        </p:nvSpPr>
        <p:spPr/>
        <p:txBody>
          <a:bodyPr/>
          <a:lstStyle/>
          <a:p>
            <a:fld id="{A5FE59A5-F4B4-47F3-8C4B-BD6C0C97D865}" type="slidenum">
              <a:rPr lang="en-IN" smtClean="0"/>
              <a:t>5</a:t>
            </a:fld>
            <a:endParaRPr lang="en-IN" dirty="0"/>
          </a:p>
        </p:txBody>
      </p:sp>
      <p:sp>
        <p:nvSpPr>
          <p:cNvPr id="4" name="Text Placeholder 3"/>
          <p:cNvSpPr>
            <a:spLocks noGrp="1"/>
          </p:cNvSpPr>
          <p:nvPr>
            <p:ph type="body" sz="quarter" idx="10"/>
          </p:nvPr>
        </p:nvSpPr>
        <p:spPr/>
        <p:txBody>
          <a:bodyPr/>
          <a:lstStyle/>
          <a:p>
            <a:pPr marL="101596" indent="0">
              <a:buNone/>
            </a:pPr>
            <a:r>
              <a:rPr lang="en-GB" dirty="0" smtClean="0">
                <a:solidFill>
                  <a:schemeClr val="accent5">
                    <a:lumMod val="50000"/>
                  </a:schemeClr>
                </a:solidFill>
              </a:rPr>
              <a:t>Angular Version History:</a:t>
            </a:r>
          </a:p>
          <a:p>
            <a:pPr>
              <a:buFontTx/>
              <a:buChar char="-"/>
            </a:pPr>
            <a:r>
              <a:rPr lang="en-GB" dirty="0" smtClean="0">
                <a:solidFill>
                  <a:schemeClr val="accent5">
                    <a:lumMod val="50000"/>
                  </a:schemeClr>
                </a:solidFill>
              </a:rPr>
              <a:t>Angular JS : 2010 - </a:t>
            </a:r>
            <a:r>
              <a:rPr lang="en-GB" dirty="0">
                <a:solidFill>
                  <a:schemeClr val="accent5">
                    <a:lumMod val="75000"/>
                  </a:schemeClr>
                </a:solidFill>
              </a:rPr>
              <a:t>Two-way data binding, MVC architecture, dependency injection.</a:t>
            </a:r>
            <a:r>
              <a:rPr lang="en-GB" dirty="0" smtClean="0">
                <a:solidFill>
                  <a:schemeClr val="accent5">
                    <a:lumMod val="75000"/>
                  </a:schemeClr>
                </a:solidFill>
              </a:rPr>
              <a:t> </a:t>
            </a:r>
          </a:p>
          <a:p>
            <a:pPr>
              <a:buFontTx/>
              <a:buChar char="-"/>
            </a:pPr>
            <a:r>
              <a:rPr lang="en-GB" dirty="0" smtClean="0">
                <a:solidFill>
                  <a:schemeClr val="accent5">
                    <a:lumMod val="50000"/>
                  </a:schemeClr>
                </a:solidFill>
              </a:rPr>
              <a:t>Angular 2   : 2016 - </a:t>
            </a:r>
            <a:r>
              <a:rPr lang="en-GB" dirty="0">
                <a:solidFill>
                  <a:schemeClr val="accent5">
                    <a:lumMod val="75000"/>
                  </a:schemeClr>
                </a:solidFill>
              </a:rPr>
              <a:t>Complete rewrite from AngularJS. Introduced </a:t>
            </a:r>
            <a:r>
              <a:rPr lang="en-GB" dirty="0" err="1">
                <a:solidFill>
                  <a:schemeClr val="accent5">
                    <a:lumMod val="75000"/>
                  </a:schemeClr>
                </a:solidFill>
              </a:rPr>
              <a:t>TypeScript</a:t>
            </a:r>
            <a:r>
              <a:rPr lang="en-GB" dirty="0">
                <a:solidFill>
                  <a:schemeClr val="accent5">
                    <a:lumMod val="75000"/>
                  </a:schemeClr>
                </a:solidFill>
              </a:rPr>
              <a:t>, a new component-based architecture, and enhanced performance.</a:t>
            </a:r>
          </a:p>
          <a:p>
            <a:pPr>
              <a:buFontTx/>
              <a:buChar char="-"/>
            </a:pPr>
            <a:r>
              <a:rPr lang="en-GB" dirty="0" smtClean="0">
                <a:solidFill>
                  <a:schemeClr val="accent5">
                    <a:lumMod val="50000"/>
                  </a:schemeClr>
                </a:solidFill>
              </a:rPr>
              <a:t>Angular 4   : 2017 - </a:t>
            </a:r>
            <a:r>
              <a:rPr lang="en-GB" dirty="0">
                <a:solidFill>
                  <a:schemeClr val="accent5">
                    <a:lumMod val="75000"/>
                  </a:schemeClr>
                </a:solidFill>
              </a:rPr>
              <a:t>Smaller and faster than Angular 2, new animation package, improved *</a:t>
            </a:r>
            <a:r>
              <a:rPr lang="en-GB" dirty="0" err="1">
                <a:solidFill>
                  <a:schemeClr val="accent5">
                    <a:lumMod val="75000"/>
                  </a:schemeClr>
                </a:solidFill>
              </a:rPr>
              <a:t>ngIf</a:t>
            </a:r>
            <a:r>
              <a:rPr lang="en-GB" dirty="0">
                <a:solidFill>
                  <a:schemeClr val="accent5">
                    <a:lumMod val="75000"/>
                  </a:schemeClr>
                </a:solidFill>
              </a:rPr>
              <a:t> and *</a:t>
            </a:r>
            <a:r>
              <a:rPr lang="en-GB" dirty="0" err="1">
                <a:solidFill>
                  <a:schemeClr val="accent5">
                    <a:lumMod val="75000"/>
                  </a:schemeClr>
                </a:solidFill>
              </a:rPr>
              <a:t>ngFor</a:t>
            </a:r>
            <a:r>
              <a:rPr lang="en-GB" dirty="0">
                <a:solidFill>
                  <a:schemeClr val="accent5">
                    <a:lumMod val="75000"/>
                  </a:schemeClr>
                </a:solidFill>
              </a:rPr>
              <a:t>.</a:t>
            </a:r>
          </a:p>
          <a:p>
            <a:pPr>
              <a:buFontTx/>
              <a:buChar char="-"/>
            </a:pPr>
            <a:r>
              <a:rPr lang="en-GB" dirty="0" smtClean="0">
                <a:solidFill>
                  <a:schemeClr val="accent5">
                    <a:lumMod val="50000"/>
                  </a:schemeClr>
                </a:solidFill>
              </a:rPr>
              <a:t>Angular 5   : 2017 - </a:t>
            </a:r>
            <a:r>
              <a:rPr lang="en-GB" dirty="0">
                <a:solidFill>
                  <a:schemeClr val="accent5">
                    <a:lumMod val="75000"/>
                  </a:schemeClr>
                </a:solidFill>
              </a:rPr>
              <a:t>Build optimizer, improved support for progressive web apps, and faster builds.</a:t>
            </a:r>
          </a:p>
          <a:p>
            <a:pPr>
              <a:buFontTx/>
              <a:buChar char="-"/>
            </a:pPr>
            <a:r>
              <a:rPr lang="en-GB" dirty="0" smtClean="0">
                <a:solidFill>
                  <a:schemeClr val="accent5">
                    <a:lumMod val="50000"/>
                  </a:schemeClr>
                </a:solidFill>
              </a:rPr>
              <a:t>Angular 6   : 2018 - </a:t>
            </a:r>
            <a:r>
              <a:rPr lang="en-GB" dirty="0">
                <a:solidFill>
                  <a:schemeClr val="accent5">
                    <a:lumMod val="75000"/>
                  </a:schemeClr>
                </a:solidFill>
              </a:rPr>
              <a:t>Angular Elements, new CLI commands, and tree-</a:t>
            </a:r>
            <a:r>
              <a:rPr lang="en-GB" dirty="0" err="1">
                <a:solidFill>
                  <a:schemeClr val="accent5">
                    <a:lumMod val="75000"/>
                  </a:schemeClr>
                </a:solidFill>
              </a:rPr>
              <a:t>shakable</a:t>
            </a:r>
            <a:r>
              <a:rPr lang="en-GB" dirty="0">
                <a:solidFill>
                  <a:schemeClr val="accent5">
                    <a:lumMod val="75000"/>
                  </a:schemeClr>
                </a:solidFill>
              </a:rPr>
              <a:t> providers</a:t>
            </a:r>
          </a:p>
          <a:p>
            <a:pPr>
              <a:buFontTx/>
              <a:buChar char="-"/>
            </a:pPr>
            <a:r>
              <a:rPr lang="en-GB" dirty="0" smtClean="0">
                <a:solidFill>
                  <a:schemeClr val="accent5">
                    <a:lumMod val="50000"/>
                  </a:schemeClr>
                </a:solidFill>
              </a:rPr>
              <a:t>Angular 7   : 2018 - </a:t>
            </a:r>
            <a:r>
              <a:rPr lang="en-GB" dirty="0">
                <a:solidFill>
                  <a:schemeClr val="accent5">
                    <a:lumMod val="75000"/>
                  </a:schemeClr>
                </a:solidFill>
              </a:rPr>
              <a:t>CLI prompts, virtual scrolling, drag and drop, and performance improvements</a:t>
            </a:r>
          </a:p>
          <a:p>
            <a:pPr>
              <a:buFontTx/>
              <a:buChar char="-"/>
            </a:pPr>
            <a:r>
              <a:rPr lang="en-GB" dirty="0" smtClean="0">
                <a:solidFill>
                  <a:schemeClr val="accent5">
                    <a:lumMod val="50000"/>
                  </a:schemeClr>
                </a:solidFill>
              </a:rPr>
              <a:t>Angular 8   : 2019 - </a:t>
            </a:r>
            <a:r>
              <a:rPr lang="en-GB" dirty="0">
                <a:solidFill>
                  <a:schemeClr val="accent5">
                    <a:lumMod val="75000"/>
                  </a:schemeClr>
                </a:solidFill>
              </a:rPr>
              <a:t>Differential loading, new lazy loading syntax, and Ivy preview (new rendering engine)</a:t>
            </a:r>
          </a:p>
          <a:p>
            <a:pPr>
              <a:buFontTx/>
              <a:buChar char="-"/>
            </a:pPr>
            <a:r>
              <a:rPr lang="en-GB" dirty="0" smtClean="0">
                <a:solidFill>
                  <a:schemeClr val="accent5">
                    <a:lumMod val="50000"/>
                  </a:schemeClr>
                </a:solidFill>
              </a:rPr>
              <a:t>Angular 9   : 2020 - </a:t>
            </a:r>
            <a:r>
              <a:rPr lang="en-GB" dirty="0">
                <a:solidFill>
                  <a:schemeClr val="accent5">
                    <a:lumMod val="75000"/>
                  </a:schemeClr>
                </a:solidFill>
              </a:rPr>
              <a:t>Ivy compiler and runtime by default, smaller bundle sizes, improved type checking.</a:t>
            </a:r>
          </a:p>
          <a:p>
            <a:pPr marL="101596" indent="0">
              <a:buNone/>
            </a:pPr>
            <a:endParaRPr lang="en-GB" dirty="0" smtClean="0">
              <a:solidFill>
                <a:schemeClr val="accent5">
                  <a:lumMod val="50000"/>
                </a:schemeClr>
              </a:solidFill>
            </a:endParaRPr>
          </a:p>
          <a:p>
            <a:pPr>
              <a:buFontTx/>
              <a:buChar char="-"/>
            </a:pPr>
            <a:endParaRPr lang="en-GB" dirty="0" smtClean="0">
              <a:solidFill>
                <a:schemeClr val="accent5">
                  <a:lumMod val="50000"/>
                </a:schemeClr>
              </a:solidFill>
            </a:endParaRPr>
          </a:p>
        </p:txBody>
      </p:sp>
    </p:spTree>
    <p:extLst>
      <p:ext uri="{BB962C8B-B14F-4D97-AF65-F5344CB8AC3E}">
        <p14:creationId xmlns:p14="http://schemas.microsoft.com/office/powerpoint/2010/main" val="2290327339"/>
      </p:ext>
    </p:extLst>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Angular Version History</a:t>
            </a:r>
            <a:endParaRPr lang="en-US" dirty="0"/>
          </a:p>
        </p:txBody>
      </p:sp>
      <p:sp>
        <p:nvSpPr>
          <p:cNvPr id="3" name="Slide Number Placeholder 2"/>
          <p:cNvSpPr>
            <a:spLocks noGrp="1"/>
          </p:cNvSpPr>
          <p:nvPr>
            <p:ph type="sldNum" idx="4"/>
          </p:nvPr>
        </p:nvSpPr>
        <p:spPr/>
        <p:txBody>
          <a:bodyPr/>
          <a:lstStyle/>
          <a:p>
            <a:fld id="{A5FE59A5-F4B4-47F3-8C4B-BD6C0C97D865}" type="slidenum">
              <a:rPr lang="en-IN" smtClean="0"/>
              <a:t>6</a:t>
            </a:fld>
            <a:endParaRPr lang="en-IN" dirty="0"/>
          </a:p>
        </p:txBody>
      </p:sp>
      <p:sp>
        <p:nvSpPr>
          <p:cNvPr id="4" name="Text Placeholder 3"/>
          <p:cNvSpPr>
            <a:spLocks noGrp="1"/>
          </p:cNvSpPr>
          <p:nvPr>
            <p:ph type="body" sz="quarter" idx="10"/>
          </p:nvPr>
        </p:nvSpPr>
        <p:spPr/>
        <p:txBody>
          <a:bodyPr/>
          <a:lstStyle/>
          <a:p>
            <a:pPr>
              <a:buFontTx/>
              <a:buChar char="-"/>
            </a:pPr>
            <a:r>
              <a:rPr lang="en-GB" dirty="0">
                <a:solidFill>
                  <a:schemeClr val="accent5">
                    <a:lumMod val="50000"/>
                  </a:schemeClr>
                </a:solidFill>
              </a:rPr>
              <a:t>Angular 10 : </a:t>
            </a:r>
            <a:r>
              <a:rPr lang="en-GB" dirty="0" smtClean="0">
                <a:solidFill>
                  <a:schemeClr val="accent5">
                    <a:lumMod val="50000"/>
                  </a:schemeClr>
                </a:solidFill>
              </a:rPr>
              <a:t>2020 - </a:t>
            </a:r>
            <a:r>
              <a:rPr lang="en-GB" dirty="0">
                <a:solidFill>
                  <a:schemeClr val="accent5">
                    <a:lumMod val="75000"/>
                  </a:schemeClr>
                </a:solidFill>
              </a:rPr>
              <a:t>New date range picker, warnings for </a:t>
            </a:r>
            <a:r>
              <a:rPr lang="en-GB" dirty="0" err="1">
                <a:solidFill>
                  <a:schemeClr val="accent5">
                    <a:lumMod val="75000"/>
                  </a:schemeClr>
                </a:solidFill>
              </a:rPr>
              <a:t>CommonJS</a:t>
            </a:r>
            <a:r>
              <a:rPr lang="en-GB" dirty="0">
                <a:solidFill>
                  <a:schemeClr val="accent5">
                    <a:lumMod val="75000"/>
                  </a:schemeClr>
                </a:solidFill>
              </a:rPr>
              <a:t> imports, and stricter settings for project creation</a:t>
            </a:r>
          </a:p>
          <a:p>
            <a:pPr>
              <a:buFontTx/>
              <a:buChar char="-"/>
            </a:pPr>
            <a:r>
              <a:rPr lang="en-GB" dirty="0" smtClean="0">
                <a:solidFill>
                  <a:schemeClr val="accent5">
                    <a:lumMod val="50000"/>
                  </a:schemeClr>
                </a:solidFill>
              </a:rPr>
              <a:t>Angular </a:t>
            </a:r>
            <a:r>
              <a:rPr lang="en-GB" dirty="0">
                <a:solidFill>
                  <a:schemeClr val="accent5">
                    <a:lumMod val="50000"/>
                  </a:schemeClr>
                </a:solidFill>
              </a:rPr>
              <a:t>11 : </a:t>
            </a:r>
            <a:r>
              <a:rPr lang="en-GB" dirty="0" smtClean="0">
                <a:solidFill>
                  <a:schemeClr val="accent5">
                    <a:lumMod val="50000"/>
                  </a:schemeClr>
                </a:solidFill>
              </a:rPr>
              <a:t>2020 - </a:t>
            </a:r>
            <a:r>
              <a:rPr lang="en-GB" dirty="0">
                <a:solidFill>
                  <a:schemeClr val="accent5">
                    <a:lumMod val="75000"/>
                  </a:schemeClr>
                </a:solidFill>
              </a:rPr>
              <a:t>Improved Hot Module Replacement (HMR), stricter types, and updated language service</a:t>
            </a:r>
          </a:p>
          <a:p>
            <a:pPr>
              <a:buFontTx/>
              <a:buChar char="-"/>
            </a:pPr>
            <a:r>
              <a:rPr lang="en-GB" dirty="0">
                <a:solidFill>
                  <a:schemeClr val="accent5">
                    <a:lumMod val="50000"/>
                  </a:schemeClr>
                </a:solidFill>
              </a:rPr>
              <a:t>Angular 12 : 2021 </a:t>
            </a:r>
            <a:r>
              <a:rPr lang="en-GB" dirty="0" smtClean="0">
                <a:solidFill>
                  <a:schemeClr val="accent5">
                    <a:lumMod val="50000"/>
                  </a:schemeClr>
                </a:solidFill>
              </a:rPr>
              <a:t>- </a:t>
            </a:r>
            <a:r>
              <a:rPr lang="en-GB" dirty="0">
                <a:solidFill>
                  <a:schemeClr val="accent5">
                    <a:lumMod val="75000"/>
                  </a:schemeClr>
                </a:solidFill>
              </a:rPr>
              <a:t>Stable Ivy Everywhere, </a:t>
            </a:r>
            <a:r>
              <a:rPr lang="en-GB" dirty="0" err="1">
                <a:solidFill>
                  <a:schemeClr val="accent5">
                    <a:lumMod val="75000"/>
                  </a:schemeClr>
                </a:solidFill>
              </a:rPr>
              <a:t>Nullish</a:t>
            </a:r>
            <a:r>
              <a:rPr lang="en-GB" dirty="0">
                <a:solidFill>
                  <a:schemeClr val="accent5">
                    <a:lumMod val="75000"/>
                  </a:schemeClr>
                </a:solidFill>
              </a:rPr>
              <a:t> Coalescing, and removal of legacy View Engine</a:t>
            </a:r>
          </a:p>
          <a:p>
            <a:pPr>
              <a:buFontTx/>
              <a:buChar char="-"/>
            </a:pPr>
            <a:r>
              <a:rPr lang="en-GB" dirty="0">
                <a:solidFill>
                  <a:schemeClr val="accent5">
                    <a:lumMod val="50000"/>
                  </a:schemeClr>
                </a:solidFill>
              </a:rPr>
              <a:t>Angular 13 : </a:t>
            </a:r>
            <a:r>
              <a:rPr lang="en-GB" dirty="0" smtClean="0">
                <a:solidFill>
                  <a:schemeClr val="accent5">
                    <a:lumMod val="50000"/>
                  </a:schemeClr>
                </a:solidFill>
              </a:rPr>
              <a:t>2021 - </a:t>
            </a:r>
            <a:r>
              <a:rPr lang="en-GB" dirty="0">
                <a:solidFill>
                  <a:schemeClr val="accent5">
                    <a:lumMod val="75000"/>
                  </a:schemeClr>
                </a:solidFill>
              </a:rPr>
              <a:t>Simplified Angular Package Format (APF), dynamic component creation, and improvements to Angular Tests</a:t>
            </a:r>
          </a:p>
          <a:p>
            <a:pPr>
              <a:buFontTx/>
              <a:buChar char="-"/>
            </a:pPr>
            <a:r>
              <a:rPr lang="en-GB" dirty="0">
                <a:solidFill>
                  <a:schemeClr val="accent5">
                    <a:lumMod val="50000"/>
                  </a:schemeClr>
                </a:solidFill>
              </a:rPr>
              <a:t>Angular 14 : </a:t>
            </a:r>
            <a:r>
              <a:rPr lang="en-GB" dirty="0" smtClean="0">
                <a:solidFill>
                  <a:schemeClr val="accent5">
                    <a:lumMod val="50000"/>
                  </a:schemeClr>
                </a:solidFill>
              </a:rPr>
              <a:t>2022 - </a:t>
            </a:r>
            <a:r>
              <a:rPr lang="en-GB" dirty="0">
                <a:solidFill>
                  <a:schemeClr val="accent5">
                    <a:lumMod val="75000"/>
                  </a:schemeClr>
                </a:solidFill>
              </a:rPr>
              <a:t>Standalone components, better template diagnostics, and strict typing for reactive forms</a:t>
            </a:r>
          </a:p>
          <a:p>
            <a:pPr>
              <a:buFontTx/>
              <a:buChar char="-"/>
            </a:pPr>
            <a:r>
              <a:rPr lang="en-GB" dirty="0">
                <a:solidFill>
                  <a:schemeClr val="accent5">
                    <a:lumMod val="50000"/>
                  </a:schemeClr>
                </a:solidFill>
              </a:rPr>
              <a:t>Angular 15 : </a:t>
            </a:r>
            <a:r>
              <a:rPr lang="en-GB" dirty="0" smtClean="0">
                <a:solidFill>
                  <a:schemeClr val="accent5">
                    <a:lumMod val="50000"/>
                  </a:schemeClr>
                </a:solidFill>
              </a:rPr>
              <a:t>2022 - </a:t>
            </a:r>
            <a:r>
              <a:rPr lang="en-GB" dirty="0">
                <a:solidFill>
                  <a:schemeClr val="accent5">
                    <a:lumMod val="75000"/>
                  </a:schemeClr>
                </a:solidFill>
              </a:rPr>
              <a:t>Enhanced performance, </a:t>
            </a:r>
            <a:r>
              <a:rPr lang="en-GB" dirty="0" err="1">
                <a:solidFill>
                  <a:schemeClr val="accent5">
                    <a:lumMod val="75000"/>
                  </a:schemeClr>
                </a:solidFill>
              </a:rPr>
              <a:t>ESBuild</a:t>
            </a:r>
            <a:r>
              <a:rPr lang="en-GB" dirty="0">
                <a:solidFill>
                  <a:schemeClr val="accent5">
                    <a:lumMod val="75000"/>
                  </a:schemeClr>
                </a:solidFill>
              </a:rPr>
              <a:t> support, and improvements in the development server</a:t>
            </a:r>
          </a:p>
          <a:p>
            <a:pPr>
              <a:buFontTx/>
              <a:buChar char="-"/>
            </a:pPr>
            <a:r>
              <a:rPr lang="en-GB" dirty="0">
                <a:solidFill>
                  <a:schemeClr val="accent5">
                    <a:lumMod val="50000"/>
                  </a:schemeClr>
                </a:solidFill>
              </a:rPr>
              <a:t>Angular 16 : </a:t>
            </a:r>
            <a:r>
              <a:rPr lang="en-GB" dirty="0" smtClean="0">
                <a:solidFill>
                  <a:schemeClr val="accent5">
                    <a:lumMod val="50000"/>
                  </a:schemeClr>
                </a:solidFill>
              </a:rPr>
              <a:t>2023 - </a:t>
            </a:r>
            <a:r>
              <a:rPr lang="en-GB" dirty="0">
                <a:solidFill>
                  <a:schemeClr val="accent5">
                    <a:lumMod val="75000"/>
                  </a:schemeClr>
                </a:solidFill>
              </a:rPr>
              <a:t>Improved reactivity, better SSR support, and advanced build optimizations.</a:t>
            </a:r>
          </a:p>
          <a:p>
            <a:pPr>
              <a:buFontTx/>
              <a:buChar char="-"/>
            </a:pPr>
            <a:r>
              <a:rPr lang="en-GB" dirty="0">
                <a:solidFill>
                  <a:schemeClr val="accent5">
                    <a:lumMod val="50000"/>
                  </a:schemeClr>
                </a:solidFill>
              </a:rPr>
              <a:t>Angular 17 : </a:t>
            </a:r>
            <a:r>
              <a:rPr lang="en-GB" dirty="0" smtClean="0">
                <a:solidFill>
                  <a:schemeClr val="accent5">
                    <a:lumMod val="50000"/>
                  </a:schemeClr>
                </a:solidFill>
              </a:rPr>
              <a:t>2023 - </a:t>
            </a:r>
            <a:r>
              <a:rPr lang="en-GB" dirty="0">
                <a:solidFill>
                  <a:schemeClr val="accent5">
                    <a:lumMod val="75000"/>
                  </a:schemeClr>
                </a:solidFill>
              </a:rPr>
              <a:t>Replaces *</a:t>
            </a:r>
            <a:r>
              <a:rPr lang="en-GB" dirty="0" err="1">
                <a:solidFill>
                  <a:schemeClr val="accent5">
                    <a:lumMod val="75000"/>
                  </a:schemeClr>
                </a:solidFill>
                <a:hlinkClick r:id="rId2"/>
              </a:rPr>
              <a:t>ngIf</a:t>
            </a:r>
            <a:r>
              <a:rPr lang="en-GB" dirty="0">
                <a:solidFill>
                  <a:schemeClr val="accent5">
                    <a:lumMod val="75000"/>
                  </a:schemeClr>
                </a:solidFill>
                <a:hlinkClick r:id="rId2"/>
              </a:rPr>
              <a:t>,</a:t>
            </a:r>
            <a:r>
              <a:rPr lang="en-GB" dirty="0">
                <a:solidFill>
                  <a:schemeClr val="accent5">
                    <a:lumMod val="75000"/>
                  </a:schemeClr>
                </a:solidFill>
              </a:rPr>
              <a:t> *</a:t>
            </a:r>
            <a:r>
              <a:rPr lang="en-GB" dirty="0" err="1">
                <a:solidFill>
                  <a:schemeClr val="accent5">
                    <a:lumMod val="75000"/>
                  </a:schemeClr>
                </a:solidFill>
              </a:rPr>
              <a:t>ngFor</a:t>
            </a:r>
            <a:r>
              <a:rPr lang="en-GB" dirty="0">
                <a:solidFill>
                  <a:schemeClr val="accent5">
                    <a:lumMod val="75000"/>
                  </a:schemeClr>
                </a:solidFill>
              </a:rPr>
              <a:t>, and *</a:t>
            </a:r>
            <a:r>
              <a:rPr lang="en-GB" dirty="0" err="1">
                <a:solidFill>
                  <a:schemeClr val="accent5">
                    <a:lumMod val="75000"/>
                  </a:schemeClr>
                </a:solidFill>
              </a:rPr>
              <a:t>ngSwitch</a:t>
            </a:r>
            <a:r>
              <a:rPr lang="en-GB" dirty="0">
                <a:solidFill>
                  <a:schemeClr val="accent5">
                    <a:lumMod val="75000"/>
                  </a:schemeClr>
                </a:solidFill>
              </a:rPr>
              <a:t> directives</a:t>
            </a:r>
          </a:p>
          <a:p>
            <a:pPr>
              <a:buFontTx/>
              <a:buChar char="-"/>
            </a:pPr>
            <a:r>
              <a:rPr lang="en-GB" dirty="0">
                <a:solidFill>
                  <a:schemeClr val="accent5">
                    <a:lumMod val="50000"/>
                  </a:schemeClr>
                </a:solidFill>
              </a:rPr>
              <a:t>Angular 18 : </a:t>
            </a:r>
            <a:r>
              <a:rPr lang="en-GB" dirty="0" smtClean="0">
                <a:solidFill>
                  <a:schemeClr val="accent5">
                    <a:lumMod val="50000"/>
                  </a:schemeClr>
                </a:solidFill>
              </a:rPr>
              <a:t>2024 - </a:t>
            </a:r>
            <a:r>
              <a:rPr lang="en-GB" dirty="0">
                <a:solidFill>
                  <a:schemeClr val="accent5">
                    <a:lumMod val="75000"/>
                  </a:schemeClr>
                </a:solidFill>
              </a:rPr>
              <a:t>Introduced Developer Tool </a:t>
            </a:r>
            <a:r>
              <a:rPr lang="en-GB" dirty="0" err="1">
                <a:solidFill>
                  <a:schemeClr val="accent5">
                    <a:lumMod val="75000"/>
                  </a:schemeClr>
                </a:solidFill>
              </a:rPr>
              <a:t>Angular.dev</a:t>
            </a:r>
            <a:endParaRPr lang="en-GB" dirty="0">
              <a:solidFill>
                <a:schemeClr val="accent5">
                  <a:lumMod val="75000"/>
                </a:schemeClr>
              </a:solidFill>
            </a:endParaRPr>
          </a:p>
          <a:p>
            <a:pPr marL="101596" indent="0">
              <a:buNone/>
            </a:pPr>
            <a:endParaRPr lang="en-US" dirty="0"/>
          </a:p>
        </p:txBody>
      </p:sp>
    </p:spTree>
    <p:extLst>
      <p:ext uri="{BB962C8B-B14F-4D97-AF65-F5344CB8AC3E}">
        <p14:creationId xmlns:p14="http://schemas.microsoft.com/office/powerpoint/2010/main" val="2100341061"/>
      </p:ext>
    </p:extLst>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 y="78726"/>
            <a:ext cx="6730423" cy="492443"/>
          </a:xfrm>
        </p:spPr>
        <p:txBody>
          <a:bodyPr/>
          <a:lstStyle/>
          <a:p>
            <a:r>
              <a:rPr lang="en-GB" sz="3200" dirty="0" smtClean="0"/>
              <a:t>Angular Versioning and Release</a:t>
            </a:r>
            <a:endParaRPr lang="en-US" sz="3200" dirty="0"/>
          </a:p>
        </p:txBody>
      </p:sp>
      <p:sp>
        <p:nvSpPr>
          <p:cNvPr id="3" name="Slide Number Placeholder 2"/>
          <p:cNvSpPr>
            <a:spLocks noGrp="1"/>
          </p:cNvSpPr>
          <p:nvPr>
            <p:ph type="sldNum" idx="4"/>
          </p:nvPr>
        </p:nvSpPr>
        <p:spPr/>
        <p:txBody>
          <a:bodyPr/>
          <a:lstStyle/>
          <a:p>
            <a:fld id="{A5FE59A5-F4B4-47F3-8C4B-BD6C0C97D865}" type="slidenum">
              <a:rPr lang="en-IN" smtClean="0"/>
              <a:t>7</a:t>
            </a:fld>
            <a:endParaRPr lang="en-IN" dirty="0"/>
          </a:p>
        </p:txBody>
      </p:sp>
      <p:sp>
        <p:nvSpPr>
          <p:cNvPr id="4" name="Text Placeholder 3"/>
          <p:cNvSpPr>
            <a:spLocks noGrp="1"/>
          </p:cNvSpPr>
          <p:nvPr>
            <p:ph type="body" sz="quarter" idx="10"/>
          </p:nvPr>
        </p:nvSpPr>
        <p:spPr/>
        <p:txBody>
          <a:bodyPr/>
          <a:lstStyle/>
          <a:p>
            <a:pPr marL="101596" indent="0">
              <a:buNone/>
            </a:pPr>
            <a:r>
              <a:rPr lang="en-GB" b="1" dirty="0" smtClean="0">
                <a:solidFill>
                  <a:schemeClr val="accent5">
                    <a:lumMod val="50000"/>
                  </a:schemeClr>
                </a:solidFill>
              </a:rPr>
              <a:t>Angular Versioning – 18.0.6</a:t>
            </a:r>
          </a:p>
          <a:p>
            <a:pPr marL="101596" indent="0">
              <a:buNone/>
            </a:pPr>
            <a:r>
              <a:rPr lang="en-GB" dirty="0"/>
              <a:t>	</a:t>
            </a:r>
            <a:r>
              <a:rPr lang="en-GB" dirty="0" err="1" smtClean="0">
                <a:solidFill>
                  <a:schemeClr val="accent5">
                    <a:lumMod val="75000"/>
                  </a:schemeClr>
                </a:solidFill>
              </a:rPr>
              <a:t>major.minor.patch</a:t>
            </a:r>
            <a:endParaRPr lang="en-GB" dirty="0" smtClean="0">
              <a:solidFill>
                <a:schemeClr val="accent5">
                  <a:lumMod val="75000"/>
                </a:schemeClr>
              </a:solidFill>
            </a:endParaRPr>
          </a:p>
          <a:p>
            <a:pPr marL="101596" indent="0">
              <a:buNone/>
            </a:pPr>
            <a:endParaRPr lang="en-US" dirty="0">
              <a:solidFill>
                <a:schemeClr val="accent5">
                  <a:lumMod val="75000"/>
                </a:schemeClr>
              </a:solidFill>
            </a:endParaRPr>
          </a:p>
          <a:p>
            <a:pPr marL="101596" indent="0">
              <a:buNone/>
            </a:pPr>
            <a:r>
              <a:rPr lang="en-GB" b="1" dirty="0" smtClean="0">
                <a:solidFill>
                  <a:schemeClr val="accent5">
                    <a:lumMod val="75000"/>
                  </a:schemeClr>
                </a:solidFill>
              </a:rPr>
              <a:t>Release Frequency</a:t>
            </a:r>
          </a:p>
          <a:p>
            <a:pPr marL="101596" indent="0">
              <a:buNone/>
            </a:pPr>
            <a:r>
              <a:rPr lang="en-GB" dirty="0" smtClean="0">
                <a:solidFill>
                  <a:schemeClr val="accent5">
                    <a:lumMod val="75000"/>
                  </a:schemeClr>
                </a:solidFill>
              </a:rPr>
              <a:t>- </a:t>
            </a:r>
            <a:r>
              <a:rPr lang="en-GB" dirty="0">
                <a:solidFill>
                  <a:schemeClr val="accent5">
                    <a:lumMod val="75000"/>
                  </a:schemeClr>
                </a:solidFill>
              </a:rPr>
              <a:t>A major release every 6 months</a:t>
            </a:r>
          </a:p>
          <a:p>
            <a:pPr marL="101596" indent="0">
              <a:buNone/>
            </a:pPr>
            <a:r>
              <a:rPr lang="en-GB" dirty="0" smtClean="0">
                <a:solidFill>
                  <a:schemeClr val="accent5">
                    <a:lumMod val="75000"/>
                  </a:schemeClr>
                </a:solidFill>
              </a:rPr>
              <a:t>-1-3 </a:t>
            </a:r>
            <a:r>
              <a:rPr lang="en-GB" dirty="0">
                <a:solidFill>
                  <a:schemeClr val="accent5">
                    <a:lumMod val="75000"/>
                  </a:schemeClr>
                </a:solidFill>
              </a:rPr>
              <a:t>minor releases for each major release</a:t>
            </a:r>
          </a:p>
          <a:p>
            <a:pPr marL="101596" indent="0">
              <a:buNone/>
            </a:pPr>
            <a:r>
              <a:rPr lang="en-GB" dirty="0" smtClean="0">
                <a:solidFill>
                  <a:schemeClr val="accent5">
                    <a:lumMod val="75000"/>
                  </a:schemeClr>
                </a:solidFill>
              </a:rPr>
              <a:t>- </a:t>
            </a:r>
            <a:r>
              <a:rPr lang="en-US" dirty="0">
                <a:solidFill>
                  <a:schemeClr val="accent5">
                    <a:lumMod val="75000"/>
                  </a:schemeClr>
                </a:solidFill>
              </a:rPr>
              <a:t>A patch </a:t>
            </a:r>
            <a:r>
              <a:rPr lang="en-US" dirty="0" smtClean="0">
                <a:solidFill>
                  <a:schemeClr val="accent5">
                    <a:lumMod val="75000"/>
                  </a:schemeClr>
                </a:solidFill>
              </a:rPr>
              <a:t>release every week.</a:t>
            </a:r>
            <a:endParaRPr lang="en-US" dirty="0">
              <a:solidFill>
                <a:schemeClr val="accent5">
                  <a:lumMod val="75000"/>
                </a:schemeClr>
              </a:solidFill>
            </a:endParaRPr>
          </a:p>
        </p:txBody>
      </p:sp>
    </p:spTree>
    <p:extLst>
      <p:ext uri="{BB962C8B-B14F-4D97-AF65-F5344CB8AC3E}">
        <p14:creationId xmlns:p14="http://schemas.microsoft.com/office/powerpoint/2010/main" val="480002447"/>
      </p:ext>
    </p:extLst>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Setting Up Development </a:t>
            </a:r>
            <a:r>
              <a:rPr lang="en-GB" dirty="0" err="1" smtClean="0"/>
              <a:t>Env</a:t>
            </a:r>
            <a:endParaRPr lang="en-US" dirty="0"/>
          </a:p>
        </p:txBody>
      </p:sp>
      <p:sp>
        <p:nvSpPr>
          <p:cNvPr id="3" name="Slide Number Placeholder 2"/>
          <p:cNvSpPr>
            <a:spLocks noGrp="1"/>
          </p:cNvSpPr>
          <p:nvPr>
            <p:ph type="sldNum" idx="4"/>
          </p:nvPr>
        </p:nvSpPr>
        <p:spPr/>
        <p:txBody>
          <a:bodyPr/>
          <a:lstStyle/>
          <a:p>
            <a:fld id="{A5FE59A5-F4B4-47F3-8C4B-BD6C0C97D865}" type="slidenum">
              <a:rPr lang="en-IN" smtClean="0"/>
              <a:t>8</a:t>
            </a:fld>
            <a:endParaRPr lang="en-IN" dirty="0"/>
          </a:p>
        </p:txBody>
      </p:sp>
      <p:sp>
        <p:nvSpPr>
          <p:cNvPr id="4" name="Text Placeholder 3"/>
          <p:cNvSpPr>
            <a:spLocks noGrp="1"/>
          </p:cNvSpPr>
          <p:nvPr>
            <p:ph type="body" sz="quarter" idx="10"/>
          </p:nvPr>
        </p:nvSpPr>
        <p:spPr/>
        <p:txBody>
          <a:bodyPr/>
          <a:lstStyle/>
          <a:p>
            <a:pPr marL="101596" indent="0">
              <a:buNone/>
            </a:pPr>
            <a:r>
              <a:rPr lang="en-GB" b="1" dirty="0" smtClean="0">
                <a:solidFill>
                  <a:schemeClr val="accent5">
                    <a:lumMod val="50000"/>
                  </a:schemeClr>
                </a:solidFill>
              </a:rPr>
              <a:t>Setting Up Development Environment to Work with Angular:</a:t>
            </a:r>
          </a:p>
          <a:p>
            <a:pPr marL="101596" indent="0">
              <a:buNone/>
            </a:pPr>
            <a:endParaRPr lang="en-GB" b="1" dirty="0">
              <a:solidFill>
                <a:schemeClr val="accent5">
                  <a:lumMod val="50000"/>
                </a:schemeClr>
              </a:solidFill>
            </a:endParaRPr>
          </a:p>
          <a:p>
            <a:pPr>
              <a:buFontTx/>
              <a:buChar char="-"/>
            </a:pPr>
            <a:r>
              <a:rPr lang="en-GB" b="1" dirty="0" smtClean="0">
                <a:solidFill>
                  <a:schemeClr val="accent5">
                    <a:lumMod val="50000"/>
                  </a:schemeClr>
                </a:solidFill>
              </a:rPr>
              <a:t>Download and Install </a:t>
            </a:r>
          </a:p>
          <a:p>
            <a:pPr marL="101596" indent="0">
              <a:buNone/>
            </a:pPr>
            <a:r>
              <a:rPr lang="en-GB" b="1" dirty="0" smtClean="0">
                <a:solidFill>
                  <a:schemeClr val="accent5">
                    <a:lumMod val="50000"/>
                  </a:schemeClr>
                </a:solidFill>
              </a:rPr>
              <a:t>	Node JS Version 	- </a:t>
            </a:r>
            <a:r>
              <a:rPr lang="en-US" dirty="0" smtClean="0">
                <a:solidFill>
                  <a:schemeClr val="accent5">
                    <a:lumMod val="75000"/>
                  </a:schemeClr>
                </a:solidFill>
              </a:rPr>
              <a:t>^</a:t>
            </a:r>
            <a:r>
              <a:rPr lang="en-US" dirty="0">
                <a:solidFill>
                  <a:schemeClr val="accent5">
                    <a:lumMod val="75000"/>
                  </a:schemeClr>
                </a:solidFill>
              </a:rPr>
              <a:t>18.19.1 || ^20.11.1 || ^</a:t>
            </a:r>
            <a:r>
              <a:rPr lang="en-US" dirty="0" smtClean="0">
                <a:solidFill>
                  <a:schemeClr val="accent5">
                    <a:lumMod val="75000"/>
                  </a:schemeClr>
                </a:solidFill>
              </a:rPr>
              <a:t>22.0.0</a:t>
            </a:r>
          </a:p>
          <a:p>
            <a:pPr>
              <a:buFontTx/>
              <a:buChar char="-"/>
            </a:pPr>
            <a:r>
              <a:rPr lang="en-GB" b="1" dirty="0" smtClean="0">
                <a:solidFill>
                  <a:schemeClr val="accent5">
                    <a:lumMod val="50000"/>
                  </a:schemeClr>
                </a:solidFill>
              </a:rPr>
              <a:t>Install Type Script Package</a:t>
            </a:r>
          </a:p>
          <a:p>
            <a:pPr marL="101596" indent="0">
              <a:buNone/>
            </a:pPr>
            <a:r>
              <a:rPr lang="en-GB" b="1" dirty="0" smtClean="0">
                <a:solidFill>
                  <a:schemeClr val="accent5">
                    <a:lumMod val="50000"/>
                  </a:schemeClr>
                </a:solidFill>
              </a:rPr>
              <a:t>	Type Script Version   - </a:t>
            </a:r>
            <a:r>
              <a:rPr lang="en-US" dirty="0" smtClean="0">
                <a:solidFill>
                  <a:schemeClr val="accent5">
                    <a:lumMod val="75000"/>
                  </a:schemeClr>
                </a:solidFill>
              </a:rPr>
              <a:t>&gt;=</a:t>
            </a:r>
            <a:r>
              <a:rPr lang="en-US" dirty="0">
                <a:solidFill>
                  <a:schemeClr val="accent5">
                    <a:lumMod val="75000"/>
                  </a:schemeClr>
                </a:solidFill>
              </a:rPr>
              <a:t>5.4.0 &lt;</a:t>
            </a:r>
            <a:r>
              <a:rPr lang="en-US" dirty="0" smtClean="0">
                <a:solidFill>
                  <a:schemeClr val="accent5">
                    <a:lumMod val="75000"/>
                  </a:schemeClr>
                </a:solidFill>
              </a:rPr>
              <a:t>5.5.0</a:t>
            </a:r>
            <a:endParaRPr lang="en-US" dirty="0">
              <a:solidFill>
                <a:schemeClr val="accent5">
                  <a:lumMod val="75000"/>
                </a:schemeClr>
              </a:solidFill>
            </a:endParaRPr>
          </a:p>
          <a:p>
            <a:pPr>
              <a:buFontTx/>
              <a:buChar char="-"/>
            </a:pPr>
            <a:r>
              <a:rPr lang="en-GB" b="1" dirty="0" smtClean="0">
                <a:solidFill>
                  <a:schemeClr val="accent5">
                    <a:lumMod val="50000"/>
                  </a:schemeClr>
                </a:solidFill>
              </a:rPr>
              <a:t>RXJS Version 		- </a:t>
            </a:r>
            <a:r>
              <a:rPr lang="en-US" dirty="0" smtClean="0">
                <a:solidFill>
                  <a:schemeClr val="accent5">
                    <a:lumMod val="75000"/>
                  </a:schemeClr>
                </a:solidFill>
              </a:rPr>
              <a:t>^</a:t>
            </a:r>
            <a:r>
              <a:rPr lang="en-US" dirty="0">
                <a:solidFill>
                  <a:schemeClr val="accent5">
                    <a:lumMod val="75000"/>
                  </a:schemeClr>
                </a:solidFill>
              </a:rPr>
              <a:t>6.5.3 || ^</a:t>
            </a:r>
            <a:r>
              <a:rPr lang="en-US" dirty="0" smtClean="0">
                <a:solidFill>
                  <a:schemeClr val="accent5">
                    <a:lumMod val="75000"/>
                  </a:schemeClr>
                </a:solidFill>
              </a:rPr>
              <a:t>7.4.0</a:t>
            </a:r>
          </a:p>
          <a:p>
            <a:pPr>
              <a:buFontTx/>
              <a:buChar char="-"/>
            </a:pPr>
            <a:endParaRPr lang="en-GB" dirty="0">
              <a:solidFill>
                <a:schemeClr val="accent5">
                  <a:lumMod val="75000"/>
                </a:schemeClr>
              </a:solidFill>
            </a:endParaRPr>
          </a:p>
          <a:p>
            <a:pPr marL="101596" indent="0">
              <a:buNone/>
            </a:pPr>
            <a:r>
              <a:rPr lang="en-GB" b="1" dirty="0" smtClean="0">
                <a:solidFill>
                  <a:schemeClr val="accent5">
                    <a:lumMod val="50000"/>
                  </a:schemeClr>
                </a:solidFill>
              </a:rPr>
              <a:t>Setup Angular in Local Environment needs install of </a:t>
            </a:r>
            <a:r>
              <a:rPr lang="en-GB" b="1" dirty="0" err="1" smtClean="0">
                <a:solidFill>
                  <a:schemeClr val="accent5">
                    <a:lumMod val="50000"/>
                  </a:schemeClr>
                </a:solidFill>
              </a:rPr>
              <a:t>npm</a:t>
            </a:r>
            <a:r>
              <a:rPr lang="en-GB" b="1" dirty="0" smtClean="0">
                <a:solidFill>
                  <a:schemeClr val="accent5">
                    <a:lumMod val="50000"/>
                  </a:schemeClr>
                </a:solidFill>
              </a:rPr>
              <a:t> package – Angular CLI</a:t>
            </a:r>
          </a:p>
          <a:p>
            <a:pPr marL="101596" indent="0">
              <a:buNone/>
            </a:pPr>
            <a:r>
              <a:rPr lang="en-GB" dirty="0" smtClean="0"/>
              <a:t>	</a:t>
            </a:r>
            <a:r>
              <a:rPr lang="en-GB" dirty="0" smtClean="0">
                <a:solidFill>
                  <a:schemeClr val="accent5">
                    <a:lumMod val="75000"/>
                  </a:schemeClr>
                </a:solidFill>
              </a:rPr>
              <a:t>The </a:t>
            </a:r>
            <a:r>
              <a:rPr lang="en-GB" dirty="0">
                <a:solidFill>
                  <a:schemeClr val="accent5">
                    <a:lumMod val="75000"/>
                  </a:schemeClr>
                </a:solidFill>
              </a:rPr>
              <a:t>Angular CLI is a command-line interface tool which allows you to scaffold, develop, test, deploy, and maintain Angular applications directly from a command shell</a:t>
            </a:r>
            <a:r>
              <a:rPr lang="en-GB" dirty="0" smtClean="0">
                <a:solidFill>
                  <a:schemeClr val="accent5">
                    <a:lumMod val="75000"/>
                  </a:schemeClr>
                </a:solidFill>
              </a:rPr>
              <a:t>.</a:t>
            </a:r>
          </a:p>
          <a:p>
            <a:pPr marL="101596" indent="0">
              <a:buNone/>
            </a:pPr>
            <a:endParaRPr lang="en-GB" dirty="0" smtClean="0">
              <a:solidFill>
                <a:schemeClr val="accent5">
                  <a:lumMod val="75000"/>
                </a:schemeClr>
              </a:solidFill>
            </a:endParaRPr>
          </a:p>
          <a:p>
            <a:pPr marL="101596" indent="0">
              <a:buNone/>
            </a:pPr>
            <a:r>
              <a:rPr lang="en-GB" b="1" dirty="0" smtClean="0">
                <a:solidFill>
                  <a:schemeClr val="accent5">
                    <a:lumMod val="50000"/>
                  </a:schemeClr>
                </a:solidFill>
              </a:rPr>
              <a:t>Installing </a:t>
            </a:r>
            <a:r>
              <a:rPr lang="en-GB" b="1" dirty="0">
                <a:solidFill>
                  <a:schemeClr val="accent5">
                    <a:lumMod val="50000"/>
                  </a:schemeClr>
                </a:solidFill>
              </a:rPr>
              <a:t>Angular </a:t>
            </a:r>
            <a:r>
              <a:rPr lang="en-GB" b="1" dirty="0" smtClean="0">
                <a:solidFill>
                  <a:schemeClr val="accent5">
                    <a:lumMod val="50000"/>
                  </a:schemeClr>
                </a:solidFill>
              </a:rPr>
              <a:t>CLI</a:t>
            </a:r>
          </a:p>
          <a:p>
            <a:pPr marL="101596" indent="0">
              <a:buNone/>
            </a:pPr>
            <a:r>
              <a:rPr lang="en-GB" dirty="0" smtClean="0">
                <a:solidFill>
                  <a:schemeClr val="accent5">
                    <a:lumMod val="75000"/>
                  </a:schemeClr>
                </a:solidFill>
              </a:rPr>
              <a:t>To </a:t>
            </a:r>
            <a:r>
              <a:rPr lang="en-GB" dirty="0">
                <a:solidFill>
                  <a:schemeClr val="accent5">
                    <a:lumMod val="75000"/>
                  </a:schemeClr>
                </a:solidFill>
              </a:rPr>
              <a:t>install the Angular CLI, open a terminal window and run the following command</a:t>
            </a:r>
            <a:r>
              <a:rPr lang="en-GB" dirty="0" smtClean="0">
                <a:solidFill>
                  <a:schemeClr val="accent5">
                    <a:lumMod val="75000"/>
                  </a:schemeClr>
                </a:solidFill>
              </a:rPr>
              <a:t>:</a:t>
            </a:r>
          </a:p>
          <a:p>
            <a:pPr marL="101596" indent="0">
              <a:buNone/>
            </a:pPr>
            <a:r>
              <a:rPr lang="en-GB" dirty="0">
                <a:solidFill>
                  <a:schemeClr val="accent5">
                    <a:lumMod val="75000"/>
                  </a:schemeClr>
                </a:solidFill>
              </a:rPr>
              <a:t>	</a:t>
            </a:r>
            <a:r>
              <a:rPr lang="en-US" dirty="0">
                <a:solidFill>
                  <a:schemeClr val="accent5">
                    <a:lumMod val="75000"/>
                  </a:schemeClr>
                </a:solidFill>
              </a:rPr>
              <a:t> </a:t>
            </a:r>
            <a:r>
              <a:rPr lang="en-US" b="1" dirty="0" err="1">
                <a:solidFill>
                  <a:schemeClr val="accent5">
                    <a:lumMod val="75000"/>
                  </a:schemeClr>
                </a:solidFill>
              </a:rPr>
              <a:t>npm</a:t>
            </a:r>
            <a:r>
              <a:rPr lang="en-US" b="1" dirty="0">
                <a:solidFill>
                  <a:schemeClr val="accent5">
                    <a:lumMod val="75000"/>
                  </a:schemeClr>
                </a:solidFill>
              </a:rPr>
              <a:t> install -g @angular/cli</a:t>
            </a:r>
            <a:endParaRPr lang="en-GB" b="1" dirty="0" smtClean="0">
              <a:solidFill>
                <a:schemeClr val="accent5">
                  <a:lumMod val="75000"/>
                </a:schemeClr>
              </a:solidFill>
            </a:endParaRPr>
          </a:p>
          <a:p>
            <a:pPr marL="101596" indent="0">
              <a:buNone/>
            </a:pPr>
            <a:endParaRPr lang="en-GB" dirty="0" smtClean="0">
              <a:solidFill>
                <a:schemeClr val="accent5">
                  <a:lumMod val="75000"/>
                </a:schemeClr>
              </a:solidFill>
            </a:endParaRPr>
          </a:p>
        </p:txBody>
      </p:sp>
    </p:spTree>
    <p:extLst>
      <p:ext uri="{BB962C8B-B14F-4D97-AF65-F5344CB8AC3E}">
        <p14:creationId xmlns:p14="http://schemas.microsoft.com/office/powerpoint/2010/main" val="3288243779"/>
      </p:ext>
    </p:extLst>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 y="140280"/>
            <a:ext cx="6730423" cy="369332"/>
          </a:xfrm>
        </p:spPr>
        <p:txBody>
          <a:bodyPr/>
          <a:lstStyle/>
          <a:p>
            <a:r>
              <a:rPr lang="en-GB" sz="2400" dirty="0" smtClean="0"/>
              <a:t>Creating a Workspace and Initial Application</a:t>
            </a:r>
            <a:endParaRPr lang="en-US" sz="2400" dirty="0"/>
          </a:p>
        </p:txBody>
      </p:sp>
      <p:sp>
        <p:nvSpPr>
          <p:cNvPr id="3" name="Slide Number Placeholder 2"/>
          <p:cNvSpPr>
            <a:spLocks noGrp="1"/>
          </p:cNvSpPr>
          <p:nvPr>
            <p:ph type="sldNum" idx="4"/>
          </p:nvPr>
        </p:nvSpPr>
        <p:spPr/>
        <p:txBody>
          <a:bodyPr/>
          <a:lstStyle/>
          <a:p>
            <a:fld id="{A5FE59A5-F4B4-47F3-8C4B-BD6C0C97D865}" type="slidenum">
              <a:rPr lang="en-IN" smtClean="0"/>
              <a:t>9</a:t>
            </a:fld>
            <a:endParaRPr lang="en-IN" dirty="0"/>
          </a:p>
        </p:txBody>
      </p:sp>
      <p:sp>
        <p:nvSpPr>
          <p:cNvPr id="4" name="Text Placeholder 3"/>
          <p:cNvSpPr>
            <a:spLocks noGrp="1"/>
          </p:cNvSpPr>
          <p:nvPr>
            <p:ph type="body" sz="quarter" idx="10"/>
          </p:nvPr>
        </p:nvSpPr>
        <p:spPr/>
        <p:txBody>
          <a:bodyPr/>
          <a:lstStyle/>
          <a:p>
            <a:pPr marL="101596" indent="0">
              <a:buNone/>
            </a:pPr>
            <a:r>
              <a:rPr lang="en-GB" b="1" dirty="0" smtClean="0">
                <a:solidFill>
                  <a:schemeClr val="accent5">
                    <a:lumMod val="50000"/>
                  </a:schemeClr>
                </a:solidFill>
              </a:rPr>
              <a:t>Creating a Workspace and Initial Application:</a:t>
            </a:r>
            <a:endParaRPr lang="en-GB" dirty="0" smtClean="0">
              <a:solidFill>
                <a:schemeClr val="accent5">
                  <a:lumMod val="50000"/>
                </a:schemeClr>
              </a:solidFill>
            </a:endParaRPr>
          </a:p>
          <a:p>
            <a:pPr marL="101596" indent="0">
              <a:buNone/>
            </a:pPr>
            <a:r>
              <a:rPr lang="en-GB" dirty="0" smtClean="0">
                <a:solidFill>
                  <a:schemeClr val="accent5">
                    <a:lumMod val="75000"/>
                  </a:schemeClr>
                </a:solidFill>
              </a:rPr>
              <a:t>	To </a:t>
            </a:r>
            <a:r>
              <a:rPr lang="en-GB" dirty="0">
                <a:solidFill>
                  <a:schemeClr val="accent5">
                    <a:lumMod val="75000"/>
                  </a:schemeClr>
                </a:solidFill>
              </a:rPr>
              <a:t>create a new workspace and initial starter app, run the CLI </a:t>
            </a:r>
            <a:r>
              <a:rPr lang="en-GB" dirty="0" smtClean="0">
                <a:solidFill>
                  <a:schemeClr val="accent5">
                    <a:lumMod val="75000"/>
                  </a:schemeClr>
                </a:solidFill>
              </a:rPr>
              <a:t>command ng new </a:t>
            </a:r>
            <a:r>
              <a:rPr lang="en-US" dirty="0">
                <a:solidFill>
                  <a:schemeClr val="accent5">
                    <a:lumMod val="75000"/>
                  </a:schemeClr>
                </a:solidFill>
              </a:rPr>
              <a:t>and provide the </a:t>
            </a:r>
            <a:r>
              <a:rPr lang="en-US" dirty="0" smtClean="0">
                <a:solidFill>
                  <a:schemeClr val="accent5">
                    <a:lumMod val="75000"/>
                  </a:schemeClr>
                </a:solidFill>
              </a:rPr>
              <a:t>name my-app</a:t>
            </a:r>
          </a:p>
          <a:p>
            <a:pPr marL="101596" indent="0">
              <a:buNone/>
            </a:pPr>
            <a:r>
              <a:rPr lang="en-GB" dirty="0" smtClean="0"/>
              <a:t>	</a:t>
            </a:r>
            <a:r>
              <a:rPr lang="en-US" b="1" dirty="0" smtClean="0">
                <a:solidFill>
                  <a:schemeClr val="accent5">
                    <a:lumMod val="75000"/>
                  </a:schemeClr>
                </a:solidFill>
              </a:rPr>
              <a:t>ng </a:t>
            </a:r>
            <a:r>
              <a:rPr lang="en-US" b="1" dirty="0">
                <a:solidFill>
                  <a:schemeClr val="accent5">
                    <a:lumMod val="75000"/>
                  </a:schemeClr>
                </a:solidFill>
              </a:rPr>
              <a:t>new </a:t>
            </a:r>
            <a:r>
              <a:rPr lang="en-US" b="1" dirty="0" smtClean="0">
                <a:solidFill>
                  <a:schemeClr val="accent5">
                    <a:lumMod val="75000"/>
                  </a:schemeClr>
                </a:solidFill>
              </a:rPr>
              <a:t>my-app</a:t>
            </a:r>
          </a:p>
          <a:p>
            <a:pPr marL="101596" indent="0">
              <a:buNone/>
            </a:pPr>
            <a:endParaRPr lang="en-GB" dirty="0" smtClean="0">
              <a:solidFill>
                <a:schemeClr val="accent5">
                  <a:lumMod val="75000"/>
                </a:schemeClr>
              </a:solidFill>
            </a:endParaRPr>
          </a:p>
          <a:p>
            <a:pPr marL="101596" indent="0">
              <a:buNone/>
            </a:pPr>
            <a:r>
              <a:rPr lang="en-GB" dirty="0" smtClean="0">
                <a:solidFill>
                  <a:schemeClr val="accent5">
                    <a:lumMod val="75000"/>
                  </a:schemeClr>
                </a:solidFill>
              </a:rPr>
              <a:t>The </a:t>
            </a:r>
            <a:r>
              <a:rPr lang="en-GB" dirty="0">
                <a:solidFill>
                  <a:schemeClr val="accent5">
                    <a:lumMod val="75000"/>
                  </a:schemeClr>
                </a:solidFill>
              </a:rPr>
              <a:t>Angular CLI installs the necessary Angular </a:t>
            </a:r>
            <a:r>
              <a:rPr lang="en-GB" dirty="0" err="1">
                <a:solidFill>
                  <a:schemeClr val="accent5">
                    <a:lumMod val="75000"/>
                  </a:schemeClr>
                </a:solidFill>
              </a:rPr>
              <a:t>npm</a:t>
            </a:r>
            <a:r>
              <a:rPr lang="en-GB" dirty="0">
                <a:solidFill>
                  <a:schemeClr val="accent5">
                    <a:lumMod val="75000"/>
                  </a:schemeClr>
                </a:solidFill>
              </a:rPr>
              <a:t> packages and other dependencies</a:t>
            </a:r>
            <a:r>
              <a:rPr lang="en-GB" dirty="0" smtClean="0">
                <a:solidFill>
                  <a:schemeClr val="accent5">
                    <a:lumMod val="75000"/>
                  </a:schemeClr>
                </a:solidFill>
              </a:rPr>
              <a:t>. Creates a new workspace and Creates Initial application inside the directory with the same name as workspace.</a:t>
            </a:r>
          </a:p>
          <a:p>
            <a:pPr marL="101596" indent="0">
              <a:buNone/>
            </a:pPr>
            <a:endParaRPr lang="en-GB" dirty="0">
              <a:solidFill>
                <a:schemeClr val="accent5">
                  <a:lumMod val="75000"/>
                </a:schemeClr>
              </a:solidFill>
            </a:endParaRPr>
          </a:p>
          <a:p>
            <a:pPr marL="101596" indent="0">
              <a:buNone/>
            </a:pPr>
            <a:r>
              <a:rPr lang="en-GB" b="1" dirty="0" smtClean="0">
                <a:solidFill>
                  <a:schemeClr val="accent5">
                    <a:lumMod val="50000"/>
                  </a:schemeClr>
                </a:solidFill>
              </a:rPr>
              <a:t>Run the Application:</a:t>
            </a:r>
          </a:p>
          <a:p>
            <a:pPr marL="101596" indent="0">
              <a:buNone/>
            </a:pPr>
            <a:r>
              <a:rPr lang="en-GB" dirty="0" smtClean="0">
                <a:solidFill>
                  <a:schemeClr val="accent5">
                    <a:lumMod val="75000"/>
                  </a:schemeClr>
                </a:solidFill>
              </a:rPr>
              <a:t>	The </a:t>
            </a:r>
            <a:r>
              <a:rPr lang="en-GB" dirty="0">
                <a:solidFill>
                  <a:schemeClr val="accent5">
                    <a:lumMod val="75000"/>
                  </a:schemeClr>
                </a:solidFill>
              </a:rPr>
              <a:t>Angular CLI includes a development server, for you to build and serve your app locally. Run the following command:</a:t>
            </a:r>
          </a:p>
          <a:p>
            <a:pPr marL="101596" indent="0">
              <a:buNone/>
            </a:pPr>
            <a:r>
              <a:rPr lang="en-GB" b="1" dirty="0">
                <a:solidFill>
                  <a:schemeClr val="accent5">
                    <a:lumMod val="50000"/>
                  </a:schemeClr>
                </a:solidFill>
              </a:rPr>
              <a:t>	</a:t>
            </a:r>
            <a:r>
              <a:rPr lang="en-GB" b="1" dirty="0" smtClean="0">
                <a:solidFill>
                  <a:schemeClr val="accent5">
                    <a:lumMod val="50000"/>
                  </a:schemeClr>
                </a:solidFill>
              </a:rPr>
              <a:t>ng serve –open</a:t>
            </a:r>
          </a:p>
          <a:p>
            <a:pPr marL="101596" indent="0">
              <a:buNone/>
            </a:pPr>
            <a:r>
              <a:rPr lang="en-GB" b="1" dirty="0" smtClean="0">
                <a:solidFill>
                  <a:schemeClr val="accent5">
                    <a:lumMod val="75000"/>
                  </a:schemeClr>
                </a:solidFill>
              </a:rPr>
              <a:t>ng </a:t>
            </a:r>
            <a:r>
              <a:rPr lang="en-GB" b="1" dirty="0">
                <a:solidFill>
                  <a:schemeClr val="accent5">
                    <a:lumMod val="75000"/>
                  </a:schemeClr>
                </a:solidFill>
              </a:rPr>
              <a:t>serve </a:t>
            </a:r>
            <a:r>
              <a:rPr lang="en-GB" dirty="0">
                <a:solidFill>
                  <a:schemeClr val="accent5">
                    <a:lumMod val="75000"/>
                  </a:schemeClr>
                </a:solidFill>
              </a:rPr>
              <a:t>command launches the server, watches your files, as well as rebuilds the app and reloads the browser as you make changes to those files.</a:t>
            </a:r>
          </a:p>
          <a:p>
            <a:pPr marL="101596" indent="0">
              <a:buNone/>
            </a:pPr>
            <a:r>
              <a:rPr lang="en-GB" b="1" dirty="0" smtClean="0">
                <a:solidFill>
                  <a:schemeClr val="accent5">
                    <a:lumMod val="50000"/>
                  </a:schemeClr>
                </a:solidFill>
              </a:rPr>
              <a:t>--open </a:t>
            </a:r>
            <a:r>
              <a:rPr lang="en-GB" dirty="0">
                <a:solidFill>
                  <a:schemeClr val="accent5">
                    <a:lumMod val="75000"/>
                  </a:schemeClr>
                </a:solidFill>
              </a:rPr>
              <a:t>option automatically opens your browser to</a:t>
            </a:r>
            <a:r>
              <a:rPr lang="en-GB" b="1" dirty="0" smtClean="0">
                <a:solidFill>
                  <a:schemeClr val="accent5">
                    <a:lumMod val="50000"/>
                  </a:schemeClr>
                </a:solidFill>
              </a:rPr>
              <a:t> </a:t>
            </a:r>
            <a:r>
              <a:rPr lang="en-GB" b="1" dirty="0" smtClean="0">
                <a:solidFill>
                  <a:schemeClr val="accent5">
                    <a:lumMod val="50000"/>
                  </a:schemeClr>
                </a:solidFill>
                <a:hlinkClick r:id="rId2"/>
              </a:rPr>
              <a:t>http://localhost:4200</a:t>
            </a:r>
            <a:r>
              <a:rPr lang="en-GB" b="1" dirty="0" smtClean="0">
                <a:solidFill>
                  <a:schemeClr val="accent5">
                    <a:lumMod val="50000"/>
                  </a:schemeClr>
                </a:solidFill>
              </a:rPr>
              <a:t> </a:t>
            </a:r>
            <a:r>
              <a:rPr lang="en-GB" dirty="0">
                <a:solidFill>
                  <a:schemeClr val="accent5">
                    <a:lumMod val="75000"/>
                  </a:schemeClr>
                </a:solidFill>
              </a:rPr>
              <a:t>to view the generated application</a:t>
            </a:r>
          </a:p>
          <a:p>
            <a:pPr marL="101596" indent="0">
              <a:buNone/>
            </a:pPr>
            <a:endParaRPr lang="en-GB" b="1" dirty="0" smtClean="0">
              <a:solidFill>
                <a:schemeClr val="accent5">
                  <a:lumMod val="75000"/>
                </a:schemeClr>
              </a:solidFill>
            </a:endParaRPr>
          </a:p>
        </p:txBody>
      </p:sp>
    </p:spTree>
    <p:extLst>
      <p:ext uri="{BB962C8B-B14F-4D97-AF65-F5344CB8AC3E}">
        <p14:creationId xmlns:p14="http://schemas.microsoft.com/office/powerpoint/2010/main" val="3478806881"/>
      </p:ext>
    </p:extLst>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Server Side Rendering(SSR)</a:t>
            </a:r>
            <a:endParaRPr lang="en-US" dirty="0"/>
          </a:p>
        </p:txBody>
      </p:sp>
      <p:sp>
        <p:nvSpPr>
          <p:cNvPr id="3" name="Slide Number Placeholder 2"/>
          <p:cNvSpPr>
            <a:spLocks noGrp="1"/>
          </p:cNvSpPr>
          <p:nvPr>
            <p:ph type="sldNum" idx="4"/>
          </p:nvPr>
        </p:nvSpPr>
        <p:spPr/>
        <p:txBody>
          <a:bodyPr/>
          <a:lstStyle/>
          <a:p>
            <a:fld id="{A5FE59A5-F4B4-47F3-8C4B-BD6C0C97D865}" type="slidenum">
              <a:rPr lang="en-IN" smtClean="0"/>
              <a:t>10</a:t>
            </a:fld>
            <a:endParaRPr lang="en-IN" dirty="0"/>
          </a:p>
        </p:txBody>
      </p:sp>
      <p:sp>
        <p:nvSpPr>
          <p:cNvPr id="4" name="Text Placeholder 3"/>
          <p:cNvSpPr>
            <a:spLocks noGrp="1"/>
          </p:cNvSpPr>
          <p:nvPr>
            <p:ph type="body" sz="quarter" idx="10"/>
          </p:nvPr>
        </p:nvSpPr>
        <p:spPr/>
        <p:txBody>
          <a:bodyPr/>
          <a:lstStyle/>
          <a:p>
            <a:pPr marL="101596" indent="0">
              <a:buNone/>
            </a:pPr>
            <a:r>
              <a:rPr lang="en-GB" b="1" dirty="0">
                <a:solidFill>
                  <a:schemeClr val="accent5">
                    <a:lumMod val="50000"/>
                  </a:schemeClr>
                </a:solidFill>
              </a:rPr>
              <a:t>Setup</a:t>
            </a:r>
            <a:r>
              <a:rPr lang="en-GB" dirty="0">
                <a:solidFill>
                  <a:schemeClr val="accent5">
                    <a:lumMod val="50000"/>
                  </a:schemeClr>
                </a:solidFill>
              </a:rPr>
              <a:t>: </a:t>
            </a:r>
            <a:endParaRPr lang="en-GB" dirty="0" smtClean="0">
              <a:solidFill>
                <a:schemeClr val="accent5">
                  <a:lumMod val="50000"/>
                </a:schemeClr>
              </a:solidFill>
            </a:endParaRPr>
          </a:p>
          <a:p>
            <a:pPr marL="101596" indent="0">
              <a:buNone/>
            </a:pPr>
            <a:r>
              <a:rPr lang="en-GB" dirty="0">
                <a:solidFill>
                  <a:schemeClr val="accent5">
                    <a:lumMod val="50000"/>
                  </a:schemeClr>
                </a:solidFill>
              </a:rPr>
              <a:t>	</a:t>
            </a:r>
            <a:r>
              <a:rPr lang="en-GB" dirty="0" smtClean="0">
                <a:solidFill>
                  <a:schemeClr val="accent5">
                    <a:lumMod val="75000"/>
                  </a:schemeClr>
                </a:solidFill>
              </a:rPr>
              <a:t>Angular </a:t>
            </a:r>
            <a:r>
              <a:rPr lang="en-GB" dirty="0">
                <a:solidFill>
                  <a:schemeClr val="accent5">
                    <a:lumMod val="75000"/>
                  </a:schemeClr>
                </a:solidFill>
              </a:rPr>
              <a:t>CLI will set up your project with Angular Universal, which is a technology that allows Angular applications to be rendered on the server</a:t>
            </a:r>
            <a:r>
              <a:rPr lang="en-GB" dirty="0" smtClean="0">
                <a:solidFill>
                  <a:schemeClr val="accent5">
                    <a:lumMod val="75000"/>
                  </a:schemeClr>
                </a:solidFill>
              </a:rPr>
              <a:t>.</a:t>
            </a:r>
          </a:p>
          <a:p>
            <a:endParaRPr lang="en-GB" dirty="0" smtClean="0"/>
          </a:p>
          <a:p>
            <a:pPr marL="101596" indent="0">
              <a:buNone/>
            </a:pPr>
            <a:r>
              <a:rPr lang="en-GB" b="1" dirty="0">
                <a:solidFill>
                  <a:schemeClr val="accent5">
                    <a:lumMod val="50000"/>
                  </a:schemeClr>
                </a:solidFill>
              </a:rPr>
              <a:t>Rendering</a:t>
            </a:r>
            <a:r>
              <a:rPr lang="en-GB" dirty="0"/>
              <a:t>: </a:t>
            </a:r>
            <a:r>
              <a:rPr lang="en-GB" dirty="0" smtClean="0"/>
              <a:t/>
            </a:r>
            <a:br>
              <a:rPr lang="en-GB" dirty="0" smtClean="0"/>
            </a:br>
            <a:r>
              <a:rPr lang="en-GB" dirty="0" smtClean="0"/>
              <a:t>	</a:t>
            </a:r>
            <a:r>
              <a:rPr lang="en-GB" dirty="0" smtClean="0">
                <a:solidFill>
                  <a:schemeClr val="accent5">
                    <a:lumMod val="75000"/>
                  </a:schemeClr>
                </a:solidFill>
              </a:rPr>
              <a:t>Your </a:t>
            </a:r>
            <a:r>
              <a:rPr lang="en-GB" dirty="0">
                <a:solidFill>
                  <a:schemeClr val="accent5">
                    <a:lumMod val="75000"/>
                  </a:schemeClr>
                </a:solidFill>
              </a:rPr>
              <a:t>Angular application can be rendered both on the client side (in the browser) and on the server side (before sending it to the client). This improves the performance and SEO(Search Engine Optimization) of your application.</a:t>
            </a:r>
          </a:p>
          <a:p>
            <a:endParaRPr lang="en-GB" dirty="0" smtClean="0"/>
          </a:p>
          <a:p>
            <a:pPr marL="101596" indent="0">
              <a:buNone/>
            </a:pPr>
            <a:r>
              <a:rPr lang="en-GB" b="1" dirty="0">
                <a:solidFill>
                  <a:schemeClr val="accent5">
                    <a:lumMod val="50000"/>
                  </a:schemeClr>
                </a:solidFill>
              </a:rPr>
              <a:t>Server Requirements: </a:t>
            </a:r>
            <a:endParaRPr lang="en-GB" b="1" dirty="0" smtClean="0">
              <a:solidFill>
                <a:schemeClr val="accent5">
                  <a:lumMod val="50000"/>
                </a:schemeClr>
              </a:solidFill>
            </a:endParaRPr>
          </a:p>
          <a:p>
            <a:pPr marL="101596" indent="0">
              <a:buNone/>
            </a:pPr>
            <a:r>
              <a:rPr lang="en-GB" b="1" dirty="0">
                <a:solidFill>
                  <a:schemeClr val="accent5">
                    <a:lumMod val="50000"/>
                  </a:schemeClr>
                </a:solidFill>
              </a:rPr>
              <a:t>	</a:t>
            </a:r>
            <a:r>
              <a:rPr lang="en-GB" dirty="0" smtClean="0">
                <a:solidFill>
                  <a:schemeClr val="accent5">
                    <a:lumMod val="75000"/>
                  </a:schemeClr>
                </a:solidFill>
              </a:rPr>
              <a:t>You </a:t>
            </a:r>
            <a:r>
              <a:rPr lang="en-GB" dirty="0">
                <a:solidFill>
                  <a:schemeClr val="accent5">
                    <a:lumMod val="75000"/>
                  </a:schemeClr>
                </a:solidFill>
              </a:rPr>
              <a:t>will need a server (e.g., Node.js) to handle the server-side rendering. This adds complexity but can significantly improve the perceived performance and SEO.</a:t>
            </a:r>
            <a:endParaRPr lang="en-US" dirty="0">
              <a:solidFill>
                <a:schemeClr val="accent5">
                  <a:lumMod val="75000"/>
                </a:schemeClr>
              </a:solidFill>
            </a:endParaRPr>
          </a:p>
        </p:txBody>
      </p:sp>
    </p:spTree>
    <p:extLst>
      <p:ext uri="{BB962C8B-B14F-4D97-AF65-F5344CB8AC3E}">
        <p14:creationId xmlns:p14="http://schemas.microsoft.com/office/powerpoint/2010/main" val="1372573341"/>
      </p:ext>
    </p:extLst>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 y="109503"/>
            <a:ext cx="6730423" cy="430887"/>
          </a:xfrm>
        </p:spPr>
        <p:txBody>
          <a:bodyPr/>
          <a:lstStyle/>
          <a:p>
            <a:r>
              <a:rPr lang="en-GB" sz="2800" dirty="0" smtClean="0"/>
              <a:t>Static Site Generation (</a:t>
            </a:r>
            <a:r>
              <a:rPr lang="en-GB" sz="2800" dirty="0" err="1" smtClean="0"/>
              <a:t>Prerendering</a:t>
            </a:r>
            <a:r>
              <a:rPr lang="en-GB" sz="2800" dirty="0"/>
              <a:t>)</a:t>
            </a:r>
            <a:endParaRPr lang="en-US" sz="2800" dirty="0"/>
          </a:p>
        </p:txBody>
      </p:sp>
      <p:sp>
        <p:nvSpPr>
          <p:cNvPr id="3" name="Slide Number Placeholder 2"/>
          <p:cNvSpPr>
            <a:spLocks noGrp="1"/>
          </p:cNvSpPr>
          <p:nvPr>
            <p:ph type="sldNum" idx="4"/>
          </p:nvPr>
        </p:nvSpPr>
        <p:spPr/>
        <p:txBody>
          <a:bodyPr/>
          <a:lstStyle/>
          <a:p>
            <a:fld id="{A5FE59A5-F4B4-47F3-8C4B-BD6C0C97D865}" type="slidenum">
              <a:rPr lang="en-IN" smtClean="0"/>
              <a:t>11</a:t>
            </a:fld>
            <a:endParaRPr lang="en-IN" dirty="0"/>
          </a:p>
        </p:txBody>
      </p:sp>
      <p:sp>
        <p:nvSpPr>
          <p:cNvPr id="4" name="Text Placeholder 3"/>
          <p:cNvSpPr>
            <a:spLocks noGrp="1"/>
          </p:cNvSpPr>
          <p:nvPr>
            <p:ph type="body" sz="quarter" idx="10"/>
          </p:nvPr>
        </p:nvSpPr>
        <p:spPr/>
        <p:txBody>
          <a:bodyPr/>
          <a:lstStyle/>
          <a:p>
            <a:pPr marL="101596" indent="0">
              <a:buNone/>
            </a:pPr>
            <a:r>
              <a:rPr lang="en-GB" b="1" dirty="0">
                <a:solidFill>
                  <a:schemeClr val="accent5">
                    <a:lumMod val="50000"/>
                  </a:schemeClr>
                </a:solidFill>
              </a:rPr>
              <a:t>Setup</a:t>
            </a:r>
            <a:r>
              <a:rPr lang="en-GB" dirty="0">
                <a:solidFill>
                  <a:schemeClr val="accent5">
                    <a:lumMod val="50000"/>
                  </a:schemeClr>
                </a:solidFill>
              </a:rPr>
              <a:t>: </a:t>
            </a:r>
          </a:p>
          <a:p>
            <a:pPr marL="101596" indent="0">
              <a:buNone/>
            </a:pPr>
            <a:r>
              <a:rPr lang="en-GB" dirty="0">
                <a:solidFill>
                  <a:schemeClr val="accent5">
                    <a:lumMod val="50000"/>
                  </a:schemeClr>
                </a:solidFill>
              </a:rPr>
              <a:t>	</a:t>
            </a:r>
            <a:r>
              <a:rPr lang="en-GB" dirty="0">
                <a:solidFill>
                  <a:schemeClr val="accent5">
                    <a:lumMod val="75000"/>
                  </a:schemeClr>
                </a:solidFill>
              </a:rPr>
              <a:t>Angular CLI will configure the project to support </a:t>
            </a:r>
            <a:r>
              <a:rPr lang="en-GB" dirty="0" err="1">
                <a:solidFill>
                  <a:schemeClr val="accent5">
                    <a:lumMod val="75000"/>
                  </a:schemeClr>
                </a:solidFill>
              </a:rPr>
              <a:t>prerendering</a:t>
            </a:r>
            <a:r>
              <a:rPr lang="en-GB" dirty="0">
                <a:solidFill>
                  <a:schemeClr val="accent5">
                    <a:lumMod val="75000"/>
                  </a:schemeClr>
                </a:solidFill>
              </a:rPr>
              <a:t> of static pages</a:t>
            </a:r>
            <a:r>
              <a:rPr lang="en-GB" dirty="0" smtClean="0">
                <a:solidFill>
                  <a:schemeClr val="accent5">
                    <a:lumMod val="75000"/>
                  </a:schemeClr>
                </a:solidFill>
              </a:rPr>
              <a:t>.</a:t>
            </a:r>
          </a:p>
          <a:p>
            <a:pPr marL="101596" indent="0">
              <a:buNone/>
            </a:pPr>
            <a:endParaRPr lang="en-GB" dirty="0" smtClean="0">
              <a:solidFill>
                <a:schemeClr val="accent5">
                  <a:lumMod val="75000"/>
                </a:schemeClr>
              </a:solidFill>
            </a:endParaRPr>
          </a:p>
          <a:p>
            <a:pPr marL="101596" indent="0">
              <a:buNone/>
            </a:pPr>
            <a:r>
              <a:rPr lang="en-GB" b="1" dirty="0" smtClean="0">
                <a:solidFill>
                  <a:schemeClr val="accent5">
                    <a:lumMod val="50000"/>
                  </a:schemeClr>
                </a:solidFill>
              </a:rPr>
              <a:t>Rendering</a:t>
            </a:r>
            <a:r>
              <a:rPr lang="en-GB" dirty="0"/>
              <a:t>: </a:t>
            </a:r>
            <a:br>
              <a:rPr lang="en-GB" dirty="0"/>
            </a:br>
            <a:r>
              <a:rPr lang="en-GB" dirty="0"/>
              <a:t>	</a:t>
            </a:r>
            <a:r>
              <a:rPr lang="en-GB" dirty="0">
                <a:solidFill>
                  <a:schemeClr val="accent5">
                    <a:lumMod val="75000"/>
                  </a:schemeClr>
                </a:solidFill>
              </a:rPr>
              <a:t>Your application will be able to generate static HTML pages at build time. This is useful for pages that don't change frequently and can be served directly from a CDN</a:t>
            </a:r>
            <a:r>
              <a:rPr lang="en-GB" dirty="0" smtClean="0">
                <a:solidFill>
                  <a:schemeClr val="accent5">
                    <a:lumMod val="75000"/>
                  </a:schemeClr>
                </a:solidFill>
              </a:rPr>
              <a:t>.</a:t>
            </a:r>
          </a:p>
          <a:p>
            <a:pPr marL="101596" indent="0">
              <a:buNone/>
            </a:pPr>
            <a:endParaRPr lang="en-GB" dirty="0"/>
          </a:p>
          <a:p>
            <a:pPr marL="101596" indent="0">
              <a:buNone/>
            </a:pPr>
            <a:r>
              <a:rPr lang="en-GB" b="1" dirty="0">
                <a:solidFill>
                  <a:schemeClr val="accent5">
                    <a:lumMod val="50000"/>
                  </a:schemeClr>
                </a:solidFill>
              </a:rPr>
              <a:t>Server Requirements: </a:t>
            </a:r>
          </a:p>
          <a:p>
            <a:pPr marL="101596" indent="0">
              <a:buNone/>
            </a:pPr>
            <a:r>
              <a:rPr lang="en-GB" b="1" dirty="0">
                <a:solidFill>
                  <a:schemeClr val="accent5">
                    <a:lumMod val="50000"/>
                  </a:schemeClr>
                </a:solidFill>
              </a:rPr>
              <a:t>	</a:t>
            </a:r>
            <a:r>
              <a:rPr lang="en-GB" dirty="0">
                <a:solidFill>
                  <a:schemeClr val="accent5">
                    <a:lumMod val="75000"/>
                  </a:schemeClr>
                </a:solidFill>
              </a:rPr>
              <a:t>During the build process, Angular will </a:t>
            </a:r>
            <a:r>
              <a:rPr lang="en-GB" dirty="0" err="1">
                <a:solidFill>
                  <a:schemeClr val="accent5">
                    <a:lumMod val="75000"/>
                  </a:schemeClr>
                </a:solidFill>
              </a:rPr>
              <a:t>prerender</a:t>
            </a:r>
            <a:r>
              <a:rPr lang="en-GB" dirty="0">
                <a:solidFill>
                  <a:schemeClr val="accent5">
                    <a:lumMod val="75000"/>
                  </a:schemeClr>
                </a:solidFill>
              </a:rPr>
              <a:t> specified routes into static HTML files, which can be served directly to users, further improving performance and SEO.</a:t>
            </a:r>
            <a:endParaRPr lang="en-US" dirty="0">
              <a:solidFill>
                <a:schemeClr val="accent5">
                  <a:lumMod val="75000"/>
                </a:schemeClr>
              </a:solidFill>
            </a:endParaRPr>
          </a:p>
        </p:txBody>
      </p:sp>
    </p:spTree>
    <p:extLst>
      <p:ext uri="{BB962C8B-B14F-4D97-AF65-F5344CB8AC3E}">
        <p14:creationId xmlns:p14="http://schemas.microsoft.com/office/powerpoint/2010/main" val="2334997667"/>
      </p:ext>
    </p:extLst>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Traditional Angular App</a:t>
            </a:r>
            <a:endParaRPr lang="en-US" dirty="0"/>
          </a:p>
        </p:txBody>
      </p:sp>
      <p:sp>
        <p:nvSpPr>
          <p:cNvPr id="3" name="Slide Number Placeholder 2"/>
          <p:cNvSpPr>
            <a:spLocks noGrp="1"/>
          </p:cNvSpPr>
          <p:nvPr>
            <p:ph type="sldNum" idx="4"/>
          </p:nvPr>
        </p:nvSpPr>
        <p:spPr/>
        <p:txBody>
          <a:bodyPr/>
          <a:lstStyle/>
          <a:p>
            <a:fld id="{A5FE59A5-F4B4-47F3-8C4B-BD6C0C97D865}" type="slidenum">
              <a:rPr lang="en-IN" smtClean="0"/>
              <a:t>12</a:t>
            </a:fld>
            <a:endParaRPr lang="en-IN" dirty="0"/>
          </a:p>
        </p:txBody>
      </p:sp>
      <p:sp>
        <p:nvSpPr>
          <p:cNvPr id="4" name="Text Placeholder 3"/>
          <p:cNvSpPr>
            <a:spLocks noGrp="1"/>
          </p:cNvSpPr>
          <p:nvPr>
            <p:ph type="body" sz="quarter" idx="10"/>
          </p:nvPr>
        </p:nvSpPr>
        <p:spPr/>
        <p:txBody>
          <a:bodyPr/>
          <a:lstStyle/>
          <a:p>
            <a:pPr marL="101596" indent="0">
              <a:buNone/>
            </a:pPr>
            <a:r>
              <a:rPr lang="en-GB" dirty="0" smtClean="0">
                <a:solidFill>
                  <a:schemeClr val="accent5">
                    <a:lumMod val="75000"/>
                  </a:schemeClr>
                </a:solidFill>
              </a:rPr>
              <a:t>-  The </a:t>
            </a:r>
            <a:r>
              <a:rPr lang="en-GB" dirty="0">
                <a:solidFill>
                  <a:schemeClr val="accent5">
                    <a:lumMod val="75000"/>
                  </a:schemeClr>
                </a:solidFill>
              </a:rPr>
              <a:t>project will be set up without server-side rendering and static site generation</a:t>
            </a:r>
            <a:r>
              <a:rPr lang="en-GB" dirty="0" smtClean="0">
                <a:solidFill>
                  <a:schemeClr val="accent5">
                    <a:lumMod val="75000"/>
                  </a:schemeClr>
                </a:solidFill>
              </a:rPr>
              <a:t>.</a:t>
            </a:r>
          </a:p>
          <a:p>
            <a:pPr marL="101596" indent="0">
              <a:buNone/>
            </a:pPr>
            <a:endParaRPr lang="en-GB" dirty="0" smtClean="0">
              <a:solidFill>
                <a:schemeClr val="accent5">
                  <a:lumMod val="75000"/>
                </a:schemeClr>
              </a:solidFill>
            </a:endParaRPr>
          </a:p>
          <a:p>
            <a:pPr marL="101596" indent="0">
              <a:buNone/>
            </a:pPr>
            <a:r>
              <a:rPr lang="en-GB" dirty="0" smtClean="0">
                <a:solidFill>
                  <a:schemeClr val="accent5">
                    <a:lumMod val="75000"/>
                  </a:schemeClr>
                </a:solidFill>
              </a:rPr>
              <a:t>-  Your </a:t>
            </a:r>
            <a:r>
              <a:rPr lang="en-GB" dirty="0">
                <a:solidFill>
                  <a:schemeClr val="accent5">
                    <a:lumMod val="75000"/>
                  </a:schemeClr>
                </a:solidFill>
              </a:rPr>
              <a:t>Angular application will be a traditional Single Page Application (SPA), where all rendering happens on the client side (in the browser</a:t>
            </a:r>
            <a:r>
              <a:rPr lang="en-GB" dirty="0" smtClean="0">
                <a:solidFill>
                  <a:schemeClr val="accent5">
                    <a:lumMod val="75000"/>
                  </a:schemeClr>
                </a:solidFill>
              </a:rPr>
              <a:t>).</a:t>
            </a:r>
          </a:p>
          <a:p>
            <a:pPr marL="101596" indent="0">
              <a:buNone/>
            </a:pPr>
            <a:endParaRPr lang="en-GB" dirty="0" smtClean="0">
              <a:solidFill>
                <a:schemeClr val="accent5">
                  <a:lumMod val="75000"/>
                </a:schemeClr>
              </a:solidFill>
            </a:endParaRPr>
          </a:p>
          <a:p>
            <a:pPr marL="101596" indent="0">
              <a:buNone/>
            </a:pPr>
            <a:r>
              <a:rPr lang="en-GB" dirty="0" smtClean="0">
                <a:solidFill>
                  <a:schemeClr val="accent5">
                    <a:lumMod val="75000"/>
                  </a:schemeClr>
                </a:solidFill>
              </a:rPr>
              <a:t>-</a:t>
            </a:r>
            <a:r>
              <a:rPr lang="en-GB" b="1" dirty="0" smtClean="0">
                <a:solidFill>
                  <a:schemeClr val="accent5">
                    <a:lumMod val="75000"/>
                  </a:schemeClr>
                </a:solidFill>
              </a:rPr>
              <a:t>  Performance </a:t>
            </a:r>
            <a:r>
              <a:rPr lang="en-GB" b="1" dirty="0">
                <a:solidFill>
                  <a:schemeClr val="accent5">
                    <a:lumMod val="75000"/>
                  </a:schemeClr>
                </a:solidFill>
              </a:rPr>
              <a:t>and SEO</a:t>
            </a:r>
            <a:r>
              <a:rPr lang="en-GB" dirty="0">
                <a:solidFill>
                  <a:schemeClr val="accent5">
                    <a:lumMod val="75000"/>
                  </a:schemeClr>
                </a:solidFill>
              </a:rPr>
              <a:t>: While simpler to deploy, a client-side rendered application may have slower initial load times and less optimal SEO compared to server-side rendered or </a:t>
            </a:r>
            <a:r>
              <a:rPr lang="en-GB" dirty="0" err="1">
                <a:solidFill>
                  <a:schemeClr val="accent5">
                    <a:lumMod val="75000"/>
                  </a:schemeClr>
                </a:solidFill>
              </a:rPr>
              <a:t>prerendered</a:t>
            </a:r>
            <a:r>
              <a:rPr lang="en-GB" dirty="0">
                <a:solidFill>
                  <a:schemeClr val="accent5">
                    <a:lumMod val="75000"/>
                  </a:schemeClr>
                </a:solidFill>
              </a:rPr>
              <a:t> applications.</a:t>
            </a:r>
            <a:endParaRPr lang="en-US" dirty="0">
              <a:solidFill>
                <a:schemeClr val="accent5">
                  <a:lumMod val="75000"/>
                </a:schemeClr>
              </a:solidFill>
            </a:endParaRPr>
          </a:p>
        </p:txBody>
      </p:sp>
    </p:spTree>
    <p:extLst>
      <p:ext uri="{BB962C8B-B14F-4D97-AF65-F5344CB8AC3E}">
        <p14:creationId xmlns:p14="http://schemas.microsoft.com/office/powerpoint/2010/main" val="3657905400"/>
      </p:ext>
    </p:extLst>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 y="78726"/>
            <a:ext cx="6730423" cy="492443"/>
          </a:xfrm>
        </p:spPr>
        <p:txBody>
          <a:bodyPr/>
          <a:lstStyle/>
          <a:p>
            <a:r>
              <a:rPr lang="en-GB" sz="3200" dirty="0" smtClean="0"/>
              <a:t>File Structure – </a:t>
            </a:r>
            <a:r>
              <a:rPr lang="en-GB" sz="3200" dirty="0" err="1" smtClean="0"/>
              <a:t>WorkSpace</a:t>
            </a:r>
            <a:r>
              <a:rPr lang="en-GB" sz="3200" dirty="0" smtClean="0"/>
              <a:t> Files</a:t>
            </a:r>
            <a:endParaRPr lang="en-US" sz="3200" dirty="0"/>
          </a:p>
        </p:txBody>
      </p:sp>
      <p:sp>
        <p:nvSpPr>
          <p:cNvPr id="3" name="Slide Number Placeholder 2"/>
          <p:cNvSpPr>
            <a:spLocks noGrp="1"/>
          </p:cNvSpPr>
          <p:nvPr>
            <p:ph type="sldNum" idx="4"/>
          </p:nvPr>
        </p:nvSpPr>
        <p:spPr/>
        <p:txBody>
          <a:bodyPr/>
          <a:lstStyle/>
          <a:p>
            <a:fld id="{A5FE59A5-F4B4-47F3-8C4B-BD6C0C97D865}" type="slidenum">
              <a:rPr lang="en-IN" smtClean="0"/>
              <a:t>13</a:t>
            </a:fld>
            <a:endParaRPr lang="en-IN" dirty="0"/>
          </a:p>
        </p:txBody>
      </p:sp>
      <p:sp>
        <p:nvSpPr>
          <p:cNvPr id="4" name="Text Placeholder 3"/>
          <p:cNvSpPr>
            <a:spLocks noGrp="1"/>
          </p:cNvSpPr>
          <p:nvPr>
            <p:ph type="body" sz="quarter" idx="10"/>
          </p:nvPr>
        </p:nvSpPr>
        <p:spPr/>
        <p:txBody>
          <a:bodyPr/>
          <a:lstStyle/>
          <a:p>
            <a:pPr marL="101596" indent="0">
              <a:buNone/>
            </a:pPr>
            <a:r>
              <a:rPr lang="en-GB" sz="2400" b="1" dirty="0" smtClean="0">
                <a:solidFill>
                  <a:schemeClr val="accent5">
                    <a:lumMod val="50000"/>
                  </a:schemeClr>
                </a:solidFill>
              </a:rPr>
              <a:t>.</a:t>
            </a:r>
            <a:r>
              <a:rPr lang="en-GB" sz="2400" b="1" dirty="0" err="1" smtClean="0">
                <a:solidFill>
                  <a:schemeClr val="accent5">
                    <a:lumMod val="50000"/>
                  </a:schemeClr>
                </a:solidFill>
              </a:rPr>
              <a:t>editorconfig</a:t>
            </a:r>
            <a:r>
              <a:rPr lang="en-GB" sz="2400" b="1" dirty="0" smtClean="0">
                <a:solidFill>
                  <a:schemeClr val="accent5">
                    <a:lumMod val="50000"/>
                  </a:schemeClr>
                </a:solidFill>
              </a:rPr>
              <a:t>: </a:t>
            </a:r>
          </a:p>
          <a:p>
            <a:pPr marL="101596" indent="0">
              <a:buNone/>
            </a:pPr>
            <a:r>
              <a:rPr lang="en-GB" sz="2400" b="1" dirty="0">
                <a:solidFill>
                  <a:schemeClr val="accent5">
                    <a:lumMod val="50000"/>
                  </a:schemeClr>
                </a:solidFill>
              </a:rPr>
              <a:t>	</a:t>
            </a:r>
            <a:r>
              <a:rPr lang="en-GB" dirty="0" err="1" smtClean="0">
                <a:solidFill>
                  <a:schemeClr val="accent5">
                    <a:lumMod val="75000"/>
                  </a:schemeClr>
                </a:solidFill>
              </a:rPr>
              <a:t>EditorConfig</a:t>
            </a:r>
            <a:r>
              <a:rPr lang="en-GB" dirty="0" smtClean="0">
                <a:solidFill>
                  <a:schemeClr val="accent5">
                    <a:lumMod val="75000"/>
                  </a:schemeClr>
                </a:solidFill>
              </a:rPr>
              <a:t> </a:t>
            </a:r>
            <a:r>
              <a:rPr lang="en-GB" dirty="0">
                <a:solidFill>
                  <a:schemeClr val="accent5">
                    <a:lumMod val="75000"/>
                  </a:schemeClr>
                </a:solidFill>
              </a:rPr>
              <a:t>helps maintain consistent coding styles for multiple developers working on the same project across various editors and IDEs. The </a:t>
            </a:r>
            <a:r>
              <a:rPr lang="en-GB" dirty="0" err="1">
                <a:solidFill>
                  <a:schemeClr val="accent5">
                    <a:lumMod val="75000"/>
                  </a:schemeClr>
                </a:solidFill>
              </a:rPr>
              <a:t>EditorConfig</a:t>
            </a:r>
            <a:r>
              <a:rPr lang="en-GB" dirty="0">
                <a:solidFill>
                  <a:schemeClr val="accent5">
                    <a:lumMod val="75000"/>
                  </a:schemeClr>
                </a:solidFill>
              </a:rPr>
              <a:t> project consists of </a:t>
            </a:r>
            <a:r>
              <a:rPr lang="en-GB" b="1" dirty="0">
                <a:solidFill>
                  <a:schemeClr val="accent5">
                    <a:lumMod val="75000"/>
                  </a:schemeClr>
                </a:solidFill>
              </a:rPr>
              <a:t>a file format</a:t>
            </a:r>
            <a:r>
              <a:rPr lang="en-GB" dirty="0">
                <a:solidFill>
                  <a:schemeClr val="accent5">
                    <a:lumMod val="75000"/>
                  </a:schemeClr>
                </a:solidFill>
              </a:rPr>
              <a:t> for defining coding styles and a collection of </a:t>
            </a:r>
            <a:r>
              <a:rPr lang="en-GB" b="1" dirty="0">
                <a:solidFill>
                  <a:schemeClr val="accent5">
                    <a:lumMod val="75000"/>
                  </a:schemeClr>
                </a:solidFill>
              </a:rPr>
              <a:t>text editor plugins</a:t>
            </a:r>
            <a:r>
              <a:rPr lang="en-GB" dirty="0">
                <a:solidFill>
                  <a:schemeClr val="accent5">
                    <a:lumMod val="75000"/>
                  </a:schemeClr>
                </a:solidFill>
              </a:rPr>
              <a:t> that enable editors to read the file format and adhere to defined styles</a:t>
            </a:r>
            <a:r>
              <a:rPr lang="en-GB" dirty="0" smtClean="0">
                <a:solidFill>
                  <a:schemeClr val="accent5">
                    <a:lumMod val="75000"/>
                  </a:schemeClr>
                </a:solidFill>
              </a:rPr>
              <a:t>.</a:t>
            </a:r>
          </a:p>
          <a:p>
            <a:pPr marL="101596" indent="0">
              <a:buNone/>
            </a:pPr>
            <a:endParaRPr lang="en-GB" dirty="0" smtClean="0">
              <a:solidFill>
                <a:schemeClr val="accent5">
                  <a:lumMod val="75000"/>
                </a:schemeClr>
              </a:solidFill>
            </a:endParaRPr>
          </a:p>
          <a:p>
            <a:pPr marL="101596" indent="0">
              <a:buNone/>
            </a:pPr>
            <a:r>
              <a:rPr lang="en-US" sz="2400" b="1" dirty="0">
                <a:solidFill>
                  <a:schemeClr val="accent5">
                    <a:lumMod val="50000"/>
                  </a:schemeClr>
                </a:solidFill>
              </a:rPr>
              <a:t>.</a:t>
            </a:r>
            <a:r>
              <a:rPr lang="en-US" sz="2400" b="1" dirty="0" err="1">
                <a:solidFill>
                  <a:schemeClr val="accent5">
                    <a:lumMod val="50000"/>
                  </a:schemeClr>
                </a:solidFill>
              </a:rPr>
              <a:t>gitignore</a:t>
            </a:r>
            <a:r>
              <a:rPr lang="en-US" sz="2400" b="1" dirty="0">
                <a:solidFill>
                  <a:schemeClr val="accent5">
                    <a:lumMod val="50000"/>
                  </a:schemeClr>
                </a:solidFill>
              </a:rPr>
              <a:t>: </a:t>
            </a:r>
            <a:endParaRPr lang="en-US" sz="2400" b="1" dirty="0" smtClean="0">
              <a:solidFill>
                <a:schemeClr val="accent5">
                  <a:lumMod val="50000"/>
                </a:schemeClr>
              </a:solidFill>
            </a:endParaRPr>
          </a:p>
          <a:p>
            <a:pPr marL="101596" indent="0">
              <a:buNone/>
            </a:pPr>
            <a:r>
              <a:rPr lang="en-GB" sz="2400" b="1" dirty="0">
                <a:solidFill>
                  <a:schemeClr val="accent5">
                    <a:lumMod val="50000"/>
                  </a:schemeClr>
                </a:solidFill>
              </a:rPr>
              <a:t>	</a:t>
            </a:r>
            <a:r>
              <a:rPr lang="en-GB" sz="2400" dirty="0" smtClean="0">
                <a:solidFill>
                  <a:schemeClr val="accent5">
                    <a:lumMod val="75000"/>
                  </a:schemeClr>
                </a:solidFill>
              </a:rPr>
              <a:t>Specifies intentionally untracked files that GIT should ignore.</a:t>
            </a:r>
          </a:p>
          <a:p>
            <a:pPr marL="101596" indent="0">
              <a:buNone/>
            </a:pPr>
            <a:endParaRPr lang="en-GB" sz="2400" dirty="0">
              <a:solidFill>
                <a:schemeClr val="accent5">
                  <a:lumMod val="75000"/>
                </a:schemeClr>
              </a:solidFill>
            </a:endParaRPr>
          </a:p>
          <a:p>
            <a:pPr marL="101596" indent="0">
              <a:buNone/>
            </a:pPr>
            <a:r>
              <a:rPr lang="en-US" sz="2400" b="1" dirty="0" err="1">
                <a:solidFill>
                  <a:schemeClr val="accent5">
                    <a:lumMod val="50000"/>
                  </a:schemeClr>
                </a:solidFill>
              </a:rPr>
              <a:t>angular.json</a:t>
            </a:r>
            <a:r>
              <a:rPr lang="en-US" sz="2400" b="1" dirty="0">
                <a:solidFill>
                  <a:schemeClr val="accent5">
                    <a:lumMod val="50000"/>
                  </a:schemeClr>
                </a:solidFill>
              </a:rPr>
              <a:t>: </a:t>
            </a:r>
          </a:p>
          <a:p>
            <a:pPr marL="101596" indent="0">
              <a:buNone/>
            </a:pPr>
            <a:r>
              <a:rPr lang="en-GB" sz="2400" dirty="0">
                <a:solidFill>
                  <a:schemeClr val="accent5">
                    <a:lumMod val="75000"/>
                  </a:schemeClr>
                </a:solidFill>
              </a:rPr>
              <a:t>	</a:t>
            </a:r>
            <a:r>
              <a:rPr lang="en-GB" sz="2400" dirty="0" err="1" smtClean="0">
                <a:solidFill>
                  <a:schemeClr val="accent5">
                    <a:lumMod val="75000"/>
                  </a:schemeClr>
                </a:solidFill>
              </a:rPr>
              <a:t>angular.json</a:t>
            </a:r>
            <a:r>
              <a:rPr lang="en-GB" sz="2400" dirty="0" smtClean="0">
                <a:solidFill>
                  <a:schemeClr val="accent5">
                    <a:lumMod val="75000"/>
                  </a:schemeClr>
                </a:solidFill>
              </a:rPr>
              <a:t> contains CLI configurations options for build, serve and test angular project.</a:t>
            </a:r>
          </a:p>
          <a:p>
            <a:pPr marL="101596" indent="0">
              <a:buNone/>
            </a:pPr>
            <a:endParaRPr lang="en-US" sz="2400" dirty="0">
              <a:solidFill>
                <a:schemeClr val="accent5">
                  <a:lumMod val="75000"/>
                </a:schemeClr>
              </a:solidFill>
            </a:endParaRPr>
          </a:p>
        </p:txBody>
      </p:sp>
    </p:spTree>
    <p:extLst>
      <p:ext uri="{BB962C8B-B14F-4D97-AF65-F5344CB8AC3E}">
        <p14:creationId xmlns:p14="http://schemas.microsoft.com/office/powerpoint/2010/main" val="341820850"/>
      </p:ext>
    </p:extLst>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 y="78726"/>
            <a:ext cx="6730423" cy="492443"/>
          </a:xfrm>
        </p:spPr>
        <p:txBody>
          <a:bodyPr/>
          <a:lstStyle/>
          <a:p>
            <a:r>
              <a:rPr lang="en-GB" sz="3200" dirty="0"/>
              <a:t>File Structure – </a:t>
            </a:r>
            <a:r>
              <a:rPr lang="en-GB" sz="3200" dirty="0" err="1"/>
              <a:t>WorkSpace</a:t>
            </a:r>
            <a:r>
              <a:rPr lang="en-GB" sz="3200" dirty="0"/>
              <a:t> Files</a:t>
            </a:r>
            <a:endParaRPr lang="en-US" sz="3200" dirty="0"/>
          </a:p>
        </p:txBody>
      </p:sp>
      <p:sp>
        <p:nvSpPr>
          <p:cNvPr id="3" name="Slide Number Placeholder 2"/>
          <p:cNvSpPr>
            <a:spLocks noGrp="1"/>
          </p:cNvSpPr>
          <p:nvPr>
            <p:ph type="sldNum" idx="4"/>
          </p:nvPr>
        </p:nvSpPr>
        <p:spPr/>
        <p:txBody>
          <a:bodyPr/>
          <a:lstStyle/>
          <a:p>
            <a:fld id="{A5FE59A5-F4B4-47F3-8C4B-BD6C0C97D865}" type="slidenum">
              <a:rPr lang="en-IN" smtClean="0"/>
              <a:t>14</a:t>
            </a:fld>
            <a:endParaRPr lang="en-IN" dirty="0"/>
          </a:p>
        </p:txBody>
      </p:sp>
      <p:sp>
        <p:nvSpPr>
          <p:cNvPr id="4" name="Text Placeholder 3"/>
          <p:cNvSpPr>
            <a:spLocks noGrp="1"/>
          </p:cNvSpPr>
          <p:nvPr>
            <p:ph type="body" sz="quarter" idx="10"/>
          </p:nvPr>
        </p:nvSpPr>
        <p:spPr/>
        <p:txBody>
          <a:bodyPr/>
          <a:lstStyle/>
          <a:p>
            <a:pPr marL="101596" indent="0">
              <a:buNone/>
            </a:pPr>
            <a:r>
              <a:rPr lang="en-US" sz="2400" b="1" dirty="0" err="1">
                <a:solidFill>
                  <a:schemeClr val="accent5">
                    <a:lumMod val="50000"/>
                  </a:schemeClr>
                </a:solidFill>
              </a:rPr>
              <a:t>package.json</a:t>
            </a:r>
            <a:r>
              <a:rPr lang="en-US" sz="2400" b="1" dirty="0">
                <a:solidFill>
                  <a:schemeClr val="accent5">
                    <a:lumMod val="50000"/>
                  </a:schemeClr>
                </a:solidFill>
              </a:rPr>
              <a:t>: </a:t>
            </a:r>
          </a:p>
          <a:p>
            <a:pPr marL="101596" indent="0">
              <a:buNone/>
            </a:pPr>
            <a:r>
              <a:rPr lang="en-GB" dirty="0"/>
              <a:t>	</a:t>
            </a:r>
            <a:r>
              <a:rPr lang="en-GB" dirty="0" smtClean="0">
                <a:solidFill>
                  <a:schemeClr val="accent5">
                    <a:lumMod val="75000"/>
                  </a:schemeClr>
                </a:solidFill>
              </a:rPr>
              <a:t>configuring the dependencies required for angular project.</a:t>
            </a:r>
          </a:p>
          <a:p>
            <a:pPr marL="101596" indent="0">
              <a:buNone/>
            </a:pPr>
            <a:endParaRPr lang="en-GB" dirty="0">
              <a:solidFill>
                <a:schemeClr val="accent5">
                  <a:lumMod val="75000"/>
                </a:schemeClr>
              </a:solidFill>
            </a:endParaRPr>
          </a:p>
          <a:p>
            <a:pPr marL="101596" indent="0">
              <a:buNone/>
            </a:pPr>
            <a:r>
              <a:rPr lang="en-US" sz="2400" b="1" dirty="0">
                <a:solidFill>
                  <a:schemeClr val="accent5">
                    <a:lumMod val="50000"/>
                  </a:schemeClr>
                </a:solidFill>
              </a:rPr>
              <a:t>package-</a:t>
            </a:r>
            <a:r>
              <a:rPr lang="en-US" sz="2400" b="1" dirty="0" err="1">
                <a:solidFill>
                  <a:schemeClr val="accent5">
                    <a:lumMod val="50000"/>
                  </a:schemeClr>
                </a:solidFill>
              </a:rPr>
              <a:t>lock.json</a:t>
            </a:r>
            <a:r>
              <a:rPr lang="en-US" sz="2400" b="1" dirty="0">
                <a:solidFill>
                  <a:schemeClr val="accent5">
                    <a:lumMod val="50000"/>
                  </a:schemeClr>
                </a:solidFill>
              </a:rPr>
              <a:t>:</a:t>
            </a:r>
          </a:p>
          <a:p>
            <a:pPr marL="101596" indent="0">
              <a:buNone/>
            </a:pPr>
            <a:r>
              <a:rPr lang="en-GB" dirty="0">
                <a:solidFill>
                  <a:schemeClr val="accent5">
                    <a:lumMod val="75000"/>
                  </a:schemeClr>
                </a:solidFill>
              </a:rPr>
              <a:t>	Provides version information for all packages installed </a:t>
            </a:r>
            <a:r>
              <a:rPr lang="en-GB" dirty="0" smtClean="0">
                <a:solidFill>
                  <a:schemeClr val="accent5">
                    <a:lumMod val="75000"/>
                  </a:schemeClr>
                </a:solidFill>
              </a:rPr>
              <a:t>into </a:t>
            </a:r>
            <a:r>
              <a:rPr lang="en-GB" dirty="0" err="1" smtClean="0">
                <a:solidFill>
                  <a:schemeClr val="accent5">
                    <a:lumMod val="75000"/>
                  </a:schemeClr>
                </a:solidFill>
              </a:rPr>
              <a:t>node_modules</a:t>
            </a:r>
            <a:r>
              <a:rPr lang="en-GB" dirty="0" smtClean="0">
                <a:solidFill>
                  <a:schemeClr val="accent5">
                    <a:lumMod val="75000"/>
                  </a:schemeClr>
                </a:solidFill>
              </a:rPr>
              <a:t> </a:t>
            </a:r>
            <a:r>
              <a:rPr lang="en-US" dirty="0">
                <a:solidFill>
                  <a:schemeClr val="accent5">
                    <a:lumMod val="75000"/>
                  </a:schemeClr>
                </a:solidFill>
              </a:rPr>
              <a:t>by the </a:t>
            </a:r>
            <a:r>
              <a:rPr lang="en-US" dirty="0" err="1">
                <a:solidFill>
                  <a:schemeClr val="accent5">
                    <a:lumMod val="75000"/>
                  </a:schemeClr>
                </a:solidFill>
              </a:rPr>
              <a:t>npm</a:t>
            </a:r>
            <a:r>
              <a:rPr lang="en-US" dirty="0">
                <a:solidFill>
                  <a:schemeClr val="accent5">
                    <a:lumMod val="75000"/>
                  </a:schemeClr>
                </a:solidFill>
              </a:rPr>
              <a:t> </a:t>
            </a:r>
            <a:r>
              <a:rPr lang="en-US" dirty="0" smtClean="0">
                <a:solidFill>
                  <a:schemeClr val="accent5">
                    <a:lumMod val="75000"/>
                  </a:schemeClr>
                </a:solidFill>
              </a:rPr>
              <a:t>client</a:t>
            </a:r>
          </a:p>
          <a:p>
            <a:pPr marL="101596" indent="0">
              <a:buNone/>
            </a:pPr>
            <a:endParaRPr lang="en-GB" dirty="0">
              <a:solidFill>
                <a:schemeClr val="accent5">
                  <a:lumMod val="75000"/>
                </a:schemeClr>
              </a:solidFill>
            </a:endParaRPr>
          </a:p>
          <a:p>
            <a:pPr marL="101596" indent="0">
              <a:buNone/>
            </a:pPr>
            <a:r>
              <a:rPr lang="en-US" sz="2400" b="1" dirty="0">
                <a:solidFill>
                  <a:schemeClr val="accent5">
                    <a:lumMod val="50000"/>
                  </a:schemeClr>
                </a:solidFill>
              </a:rPr>
              <a:t>README.md: </a:t>
            </a:r>
          </a:p>
          <a:p>
            <a:pPr marL="101596" indent="0">
              <a:buNone/>
            </a:pPr>
            <a:r>
              <a:rPr lang="en-GB" dirty="0">
                <a:solidFill>
                  <a:schemeClr val="accent5">
                    <a:lumMod val="75000"/>
                  </a:schemeClr>
                </a:solidFill>
              </a:rPr>
              <a:t>	</a:t>
            </a:r>
            <a:r>
              <a:rPr lang="en-US" dirty="0">
                <a:solidFill>
                  <a:schemeClr val="accent5">
                    <a:lumMod val="75000"/>
                  </a:schemeClr>
                </a:solidFill>
              </a:rPr>
              <a:t>Documentation for the Angular Project.</a:t>
            </a:r>
          </a:p>
          <a:p>
            <a:pPr marL="101596" indent="0">
              <a:buNone/>
            </a:pPr>
            <a:endParaRPr lang="en-GB" dirty="0">
              <a:solidFill>
                <a:schemeClr val="accent5">
                  <a:lumMod val="75000"/>
                </a:schemeClr>
              </a:solidFill>
            </a:endParaRPr>
          </a:p>
          <a:p>
            <a:pPr marL="101596" indent="0">
              <a:buNone/>
            </a:pPr>
            <a:r>
              <a:rPr lang="en-GB" sz="2400" b="1" dirty="0" err="1">
                <a:solidFill>
                  <a:schemeClr val="accent5">
                    <a:lumMod val="50000"/>
                  </a:schemeClr>
                </a:solidFill>
              </a:rPr>
              <a:t>tsconfig.app.json</a:t>
            </a:r>
            <a:r>
              <a:rPr lang="en-GB" sz="2400" b="1" dirty="0">
                <a:solidFill>
                  <a:schemeClr val="accent5">
                    <a:lumMod val="50000"/>
                  </a:schemeClr>
                </a:solidFill>
              </a:rPr>
              <a:t>: </a:t>
            </a:r>
            <a:r>
              <a:rPr lang="en-GB" dirty="0" smtClean="0">
                <a:solidFill>
                  <a:schemeClr val="accent5">
                    <a:lumMod val="75000"/>
                  </a:schemeClr>
                </a:solidFill>
              </a:rPr>
              <a:t/>
            </a:r>
            <a:br>
              <a:rPr lang="en-GB" dirty="0" smtClean="0">
                <a:solidFill>
                  <a:schemeClr val="accent5">
                    <a:lumMod val="75000"/>
                  </a:schemeClr>
                </a:solidFill>
              </a:rPr>
            </a:br>
            <a:r>
              <a:rPr lang="en-GB" dirty="0" smtClean="0">
                <a:solidFill>
                  <a:schemeClr val="accent5">
                    <a:lumMod val="75000"/>
                  </a:schemeClr>
                </a:solidFill>
              </a:rPr>
              <a:t>	</a:t>
            </a:r>
            <a:r>
              <a:rPr lang="en-GB" dirty="0" err="1">
                <a:solidFill>
                  <a:schemeClr val="accent5">
                    <a:lumMod val="75000"/>
                  </a:schemeClr>
                </a:solidFill>
              </a:rPr>
              <a:t>TypeScript</a:t>
            </a:r>
            <a:r>
              <a:rPr lang="en-GB" dirty="0">
                <a:solidFill>
                  <a:schemeClr val="accent5">
                    <a:lumMod val="75000"/>
                  </a:schemeClr>
                </a:solidFill>
              </a:rPr>
              <a:t> Compiler Settings for application code.</a:t>
            </a:r>
          </a:p>
          <a:p>
            <a:pPr marL="101596" indent="0">
              <a:buNone/>
            </a:pPr>
            <a:endParaRPr lang="en-GB" dirty="0">
              <a:solidFill>
                <a:schemeClr val="accent5">
                  <a:lumMod val="75000"/>
                </a:schemeClr>
              </a:solidFill>
            </a:endParaRPr>
          </a:p>
          <a:p>
            <a:pPr marL="101596" indent="0">
              <a:buNone/>
            </a:pPr>
            <a:r>
              <a:rPr lang="en-GB" sz="2400" b="1" dirty="0" err="1">
                <a:solidFill>
                  <a:schemeClr val="accent5">
                    <a:lumMod val="50000"/>
                  </a:schemeClr>
                </a:solidFill>
              </a:rPr>
              <a:t>tsconfig.spec.json</a:t>
            </a:r>
            <a:r>
              <a:rPr lang="en-GB" sz="2400" b="1" dirty="0">
                <a:solidFill>
                  <a:schemeClr val="accent5">
                    <a:lumMod val="50000"/>
                  </a:schemeClr>
                </a:solidFill>
              </a:rPr>
              <a:t>: </a:t>
            </a:r>
            <a:r>
              <a:rPr lang="en-GB" dirty="0">
                <a:solidFill>
                  <a:schemeClr val="accent5">
                    <a:lumMod val="75000"/>
                  </a:schemeClr>
                </a:solidFill>
              </a:rPr>
              <a:t/>
            </a:r>
            <a:br>
              <a:rPr lang="en-GB" dirty="0">
                <a:solidFill>
                  <a:schemeClr val="accent5">
                    <a:lumMod val="75000"/>
                  </a:schemeClr>
                </a:solidFill>
              </a:rPr>
            </a:br>
            <a:r>
              <a:rPr lang="en-GB" dirty="0">
                <a:solidFill>
                  <a:schemeClr val="accent5">
                    <a:lumMod val="75000"/>
                  </a:schemeClr>
                </a:solidFill>
              </a:rPr>
              <a:t>	</a:t>
            </a:r>
            <a:r>
              <a:rPr lang="en-GB" dirty="0" err="1">
                <a:solidFill>
                  <a:schemeClr val="accent5">
                    <a:lumMod val="75000"/>
                  </a:schemeClr>
                </a:solidFill>
              </a:rPr>
              <a:t>TypeScript</a:t>
            </a:r>
            <a:r>
              <a:rPr lang="en-GB" dirty="0">
                <a:solidFill>
                  <a:schemeClr val="accent5">
                    <a:lumMod val="75000"/>
                  </a:schemeClr>
                </a:solidFill>
              </a:rPr>
              <a:t> </a:t>
            </a:r>
            <a:r>
              <a:rPr lang="en-GB" dirty="0" smtClean="0">
                <a:solidFill>
                  <a:schemeClr val="accent5">
                    <a:lumMod val="75000"/>
                  </a:schemeClr>
                </a:solidFill>
              </a:rPr>
              <a:t>Compiler Settings </a:t>
            </a:r>
            <a:r>
              <a:rPr lang="en-GB" dirty="0">
                <a:solidFill>
                  <a:schemeClr val="accent5">
                    <a:lumMod val="75000"/>
                  </a:schemeClr>
                </a:solidFill>
              </a:rPr>
              <a:t>for </a:t>
            </a:r>
            <a:r>
              <a:rPr lang="en-GB" dirty="0" smtClean="0">
                <a:solidFill>
                  <a:schemeClr val="accent5">
                    <a:lumMod val="75000"/>
                  </a:schemeClr>
                </a:solidFill>
              </a:rPr>
              <a:t>test </a:t>
            </a:r>
            <a:r>
              <a:rPr lang="en-GB" dirty="0">
                <a:solidFill>
                  <a:schemeClr val="accent5">
                    <a:lumMod val="75000"/>
                  </a:schemeClr>
                </a:solidFill>
              </a:rPr>
              <a:t>code</a:t>
            </a:r>
            <a:r>
              <a:rPr lang="en-GB" dirty="0" smtClean="0">
                <a:solidFill>
                  <a:schemeClr val="accent5">
                    <a:lumMod val="75000"/>
                  </a:schemeClr>
                </a:solidFill>
              </a:rPr>
              <a:t>.</a:t>
            </a:r>
            <a:endParaRPr lang="en-GB" dirty="0">
              <a:solidFill>
                <a:schemeClr val="accent5">
                  <a:lumMod val="75000"/>
                </a:schemeClr>
              </a:solidFill>
            </a:endParaRPr>
          </a:p>
        </p:txBody>
      </p:sp>
    </p:spTree>
    <p:extLst>
      <p:ext uri="{BB962C8B-B14F-4D97-AF65-F5344CB8AC3E}">
        <p14:creationId xmlns:p14="http://schemas.microsoft.com/office/powerpoint/2010/main" val="3415089888"/>
      </p:ext>
    </p:extLst>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 y="78726"/>
            <a:ext cx="6730423" cy="492443"/>
          </a:xfrm>
        </p:spPr>
        <p:txBody>
          <a:bodyPr/>
          <a:lstStyle/>
          <a:p>
            <a:r>
              <a:rPr lang="en-GB" sz="3200" dirty="0"/>
              <a:t>File Structure – </a:t>
            </a:r>
            <a:r>
              <a:rPr lang="en-GB" sz="3200" dirty="0" err="1"/>
              <a:t>WorkSpace</a:t>
            </a:r>
            <a:r>
              <a:rPr lang="en-GB" sz="3200" dirty="0"/>
              <a:t> Files</a:t>
            </a:r>
            <a:endParaRPr lang="en-US" sz="3200" dirty="0"/>
          </a:p>
        </p:txBody>
      </p:sp>
      <p:sp>
        <p:nvSpPr>
          <p:cNvPr id="3" name="Slide Number Placeholder 2"/>
          <p:cNvSpPr>
            <a:spLocks noGrp="1"/>
          </p:cNvSpPr>
          <p:nvPr>
            <p:ph type="sldNum" idx="4"/>
          </p:nvPr>
        </p:nvSpPr>
        <p:spPr/>
        <p:txBody>
          <a:bodyPr/>
          <a:lstStyle/>
          <a:p>
            <a:fld id="{A5FE59A5-F4B4-47F3-8C4B-BD6C0C97D865}" type="slidenum">
              <a:rPr lang="en-IN" smtClean="0"/>
              <a:t>15</a:t>
            </a:fld>
            <a:endParaRPr lang="en-IN" dirty="0"/>
          </a:p>
        </p:txBody>
      </p:sp>
      <p:sp>
        <p:nvSpPr>
          <p:cNvPr id="4" name="Text Placeholder 3"/>
          <p:cNvSpPr>
            <a:spLocks noGrp="1"/>
          </p:cNvSpPr>
          <p:nvPr>
            <p:ph type="body" sz="quarter" idx="10"/>
          </p:nvPr>
        </p:nvSpPr>
        <p:spPr/>
        <p:txBody>
          <a:bodyPr/>
          <a:lstStyle/>
          <a:p>
            <a:pPr marL="101596" indent="0">
              <a:buNone/>
            </a:pPr>
            <a:endParaRPr lang="en-GB" dirty="0">
              <a:solidFill>
                <a:schemeClr val="accent5">
                  <a:lumMod val="75000"/>
                </a:schemeClr>
              </a:solidFill>
            </a:endParaRPr>
          </a:p>
          <a:p>
            <a:pPr marL="101596" indent="0">
              <a:buNone/>
            </a:pPr>
            <a:r>
              <a:rPr lang="en-US" sz="2400" b="1" dirty="0" err="1">
                <a:solidFill>
                  <a:schemeClr val="accent5">
                    <a:lumMod val="50000"/>
                  </a:schemeClr>
                </a:solidFill>
              </a:rPr>
              <a:t>src</a:t>
            </a:r>
            <a:r>
              <a:rPr lang="en-US" sz="2400" b="1" dirty="0">
                <a:solidFill>
                  <a:schemeClr val="accent5">
                    <a:lumMod val="50000"/>
                  </a:schemeClr>
                </a:solidFill>
              </a:rPr>
              <a:t>/:</a:t>
            </a:r>
          </a:p>
          <a:p>
            <a:pPr marL="101596" indent="0">
              <a:buNone/>
            </a:pPr>
            <a:r>
              <a:rPr lang="en-GB" dirty="0">
                <a:solidFill>
                  <a:schemeClr val="accent5">
                    <a:lumMod val="75000"/>
                  </a:schemeClr>
                </a:solidFill>
              </a:rPr>
              <a:t>	</a:t>
            </a:r>
            <a:r>
              <a:rPr lang="en-GB" dirty="0" err="1" smtClean="0">
                <a:solidFill>
                  <a:schemeClr val="accent5">
                    <a:lumMod val="75000"/>
                  </a:schemeClr>
                </a:solidFill>
              </a:rPr>
              <a:t>src</a:t>
            </a:r>
            <a:r>
              <a:rPr lang="en-GB" dirty="0" smtClean="0">
                <a:solidFill>
                  <a:schemeClr val="accent5">
                    <a:lumMod val="75000"/>
                  </a:schemeClr>
                </a:solidFill>
              </a:rPr>
              <a:t>/ directory contains Source </a:t>
            </a:r>
            <a:r>
              <a:rPr lang="en-GB" dirty="0">
                <a:solidFill>
                  <a:schemeClr val="accent5">
                    <a:lumMod val="75000"/>
                  </a:schemeClr>
                </a:solidFill>
              </a:rPr>
              <a:t>files for root level application project.</a:t>
            </a:r>
          </a:p>
          <a:p>
            <a:pPr marL="101596" indent="0">
              <a:buNone/>
            </a:pPr>
            <a:endParaRPr lang="en-GB" dirty="0">
              <a:solidFill>
                <a:schemeClr val="accent5">
                  <a:lumMod val="75000"/>
                </a:schemeClr>
              </a:solidFill>
            </a:endParaRPr>
          </a:p>
          <a:p>
            <a:pPr marL="101596" indent="0">
              <a:buNone/>
            </a:pPr>
            <a:r>
              <a:rPr lang="en-US" sz="2400" b="1" dirty="0" err="1">
                <a:solidFill>
                  <a:schemeClr val="accent5">
                    <a:lumMod val="50000"/>
                  </a:schemeClr>
                </a:solidFill>
              </a:rPr>
              <a:t>node_modules</a:t>
            </a:r>
            <a:r>
              <a:rPr lang="en-US" sz="2400" b="1" dirty="0">
                <a:solidFill>
                  <a:schemeClr val="accent5">
                    <a:lumMod val="50000"/>
                  </a:schemeClr>
                </a:solidFill>
              </a:rPr>
              <a:t>/:</a:t>
            </a:r>
          </a:p>
          <a:p>
            <a:pPr marL="101596" indent="0">
              <a:buNone/>
            </a:pPr>
            <a:r>
              <a:rPr lang="en-GB" dirty="0">
                <a:solidFill>
                  <a:schemeClr val="accent5">
                    <a:lumMod val="75000"/>
                  </a:schemeClr>
                </a:solidFill>
              </a:rPr>
              <a:t>	</a:t>
            </a:r>
            <a:r>
              <a:rPr lang="en-GB" dirty="0" err="1">
                <a:solidFill>
                  <a:schemeClr val="accent5">
                    <a:lumMod val="75000"/>
                  </a:schemeClr>
                </a:solidFill>
              </a:rPr>
              <a:t>node_modules</a:t>
            </a:r>
            <a:r>
              <a:rPr lang="en-GB" dirty="0">
                <a:solidFill>
                  <a:schemeClr val="accent5">
                    <a:lumMod val="75000"/>
                  </a:schemeClr>
                </a:solidFill>
              </a:rPr>
              <a:t>/ directory contains all the installed </a:t>
            </a:r>
            <a:r>
              <a:rPr lang="en-GB" dirty="0" err="1">
                <a:solidFill>
                  <a:schemeClr val="accent5">
                    <a:lumMod val="75000"/>
                  </a:schemeClr>
                </a:solidFill>
              </a:rPr>
              <a:t>npm</a:t>
            </a:r>
            <a:r>
              <a:rPr lang="en-GB" dirty="0">
                <a:solidFill>
                  <a:schemeClr val="accent5">
                    <a:lumMod val="75000"/>
                  </a:schemeClr>
                </a:solidFill>
              </a:rPr>
              <a:t> packages.</a:t>
            </a:r>
          </a:p>
          <a:p>
            <a:pPr marL="101596" indent="0">
              <a:buNone/>
            </a:pPr>
            <a:endParaRPr lang="en-US" dirty="0"/>
          </a:p>
          <a:p>
            <a:pPr marL="101596" indent="0">
              <a:buNone/>
            </a:pPr>
            <a:r>
              <a:rPr lang="en-GB" sz="2400" b="1" dirty="0">
                <a:solidFill>
                  <a:schemeClr val="accent5">
                    <a:lumMod val="50000"/>
                  </a:schemeClr>
                </a:solidFill>
              </a:rPr>
              <a:t>public/:</a:t>
            </a:r>
          </a:p>
          <a:p>
            <a:pPr marL="101596" indent="0">
              <a:buNone/>
            </a:pPr>
            <a:r>
              <a:rPr lang="en-GB" dirty="0"/>
              <a:t>	</a:t>
            </a:r>
            <a:r>
              <a:rPr lang="en-GB" dirty="0" smtClean="0">
                <a:solidFill>
                  <a:schemeClr val="accent5">
                    <a:lumMod val="75000"/>
                  </a:schemeClr>
                </a:solidFill>
              </a:rPr>
              <a:t>public/ directory </a:t>
            </a:r>
            <a:r>
              <a:rPr lang="en-GB" dirty="0">
                <a:solidFill>
                  <a:schemeClr val="accent5">
                    <a:lumMod val="75000"/>
                  </a:schemeClr>
                </a:solidFill>
              </a:rPr>
              <a:t>c</a:t>
            </a:r>
            <a:r>
              <a:rPr lang="en-GB" dirty="0" smtClean="0">
                <a:solidFill>
                  <a:schemeClr val="accent5">
                    <a:lumMod val="75000"/>
                  </a:schemeClr>
                </a:solidFill>
              </a:rPr>
              <a:t>ontains </a:t>
            </a:r>
            <a:r>
              <a:rPr lang="en-GB" dirty="0">
                <a:solidFill>
                  <a:schemeClr val="accent5">
                    <a:lumMod val="75000"/>
                  </a:schemeClr>
                </a:solidFill>
              </a:rPr>
              <a:t>image and other asset files to be served as static files by the dev </a:t>
            </a:r>
            <a:r>
              <a:rPr lang="en-GB" dirty="0" smtClean="0">
                <a:solidFill>
                  <a:schemeClr val="accent5">
                    <a:lumMod val="75000"/>
                  </a:schemeClr>
                </a:solidFill>
              </a:rPr>
              <a:t>server.</a:t>
            </a:r>
            <a:endParaRPr lang="en-US" dirty="0">
              <a:solidFill>
                <a:schemeClr val="accent5">
                  <a:lumMod val="75000"/>
                </a:schemeClr>
              </a:solidFill>
            </a:endParaRPr>
          </a:p>
        </p:txBody>
      </p:sp>
    </p:spTree>
    <p:extLst>
      <p:ext uri="{BB962C8B-B14F-4D97-AF65-F5344CB8AC3E}">
        <p14:creationId xmlns:p14="http://schemas.microsoft.com/office/powerpoint/2010/main" val="2929892915"/>
      </p:ext>
    </p:extLst>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Application Source Files</a:t>
            </a:r>
            <a:endParaRPr lang="en-US" dirty="0"/>
          </a:p>
        </p:txBody>
      </p:sp>
      <p:sp>
        <p:nvSpPr>
          <p:cNvPr id="3" name="Slide Number Placeholder 2"/>
          <p:cNvSpPr>
            <a:spLocks noGrp="1"/>
          </p:cNvSpPr>
          <p:nvPr>
            <p:ph type="sldNum" idx="4"/>
          </p:nvPr>
        </p:nvSpPr>
        <p:spPr/>
        <p:txBody>
          <a:bodyPr/>
          <a:lstStyle/>
          <a:p>
            <a:fld id="{A5FE59A5-F4B4-47F3-8C4B-BD6C0C97D865}" type="slidenum">
              <a:rPr lang="en-IN" smtClean="0"/>
              <a:t>16</a:t>
            </a:fld>
            <a:endParaRPr lang="en-IN" dirty="0"/>
          </a:p>
        </p:txBody>
      </p:sp>
      <p:sp>
        <p:nvSpPr>
          <p:cNvPr id="4" name="Text Placeholder 3"/>
          <p:cNvSpPr>
            <a:spLocks noGrp="1"/>
          </p:cNvSpPr>
          <p:nvPr>
            <p:ph type="body" sz="quarter" idx="10"/>
          </p:nvPr>
        </p:nvSpPr>
        <p:spPr/>
        <p:txBody>
          <a:bodyPr/>
          <a:lstStyle/>
          <a:p>
            <a:pPr marL="101596" indent="0">
              <a:buNone/>
            </a:pPr>
            <a:r>
              <a:rPr lang="en-US" sz="2400" b="1" dirty="0">
                <a:solidFill>
                  <a:schemeClr val="accent5">
                    <a:lumMod val="50000"/>
                  </a:schemeClr>
                </a:solidFill>
              </a:rPr>
              <a:t>app/:</a:t>
            </a:r>
          </a:p>
          <a:p>
            <a:pPr marL="101596" indent="0">
              <a:buNone/>
            </a:pPr>
            <a:r>
              <a:rPr lang="en-GB" dirty="0">
                <a:solidFill>
                  <a:schemeClr val="accent5">
                    <a:lumMod val="75000"/>
                  </a:schemeClr>
                </a:solidFill>
              </a:rPr>
              <a:t>	</a:t>
            </a:r>
            <a:r>
              <a:rPr lang="en-US" dirty="0">
                <a:solidFill>
                  <a:schemeClr val="accent5">
                    <a:lumMod val="75000"/>
                  </a:schemeClr>
                </a:solidFill>
              </a:rPr>
              <a:t>app/</a:t>
            </a:r>
            <a:r>
              <a:rPr lang="en-GB" dirty="0" smtClean="0">
                <a:solidFill>
                  <a:schemeClr val="accent5">
                    <a:lumMod val="75000"/>
                  </a:schemeClr>
                </a:solidFill>
              </a:rPr>
              <a:t> </a:t>
            </a:r>
            <a:r>
              <a:rPr lang="en-GB" dirty="0">
                <a:solidFill>
                  <a:schemeClr val="accent5">
                    <a:lumMod val="75000"/>
                  </a:schemeClr>
                </a:solidFill>
              </a:rPr>
              <a:t>directory contains </a:t>
            </a:r>
            <a:r>
              <a:rPr lang="en-GB" dirty="0" smtClean="0">
                <a:solidFill>
                  <a:schemeClr val="accent5">
                    <a:lumMod val="75000"/>
                  </a:schemeClr>
                </a:solidFill>
              </a:rPr>
              <a:t>component files.</a:t>
            </a:r>
            <a:endParaRPr lang="en-GB" dirty="0">
              <a:solidFill>
                <a:schemeClr val="accent5">
                  <a:lumMod val="75000"/>
                </a:schemeClr>
              </a:solidFill>
            </a:endParaRPr>
          </a:p>
          <a:p>
            <a:pPr marL="101596" indent="0">
              <a:buNone/>
            </a:pPr>
            <a:endParaRPr lang="en-GB" dirty="0">
              <a:solidFill>
                <a:schemeClr val="accent5">
                  <a:lumMod val="75000"/>
                </a:schemeClr>
              </a:solidFill>
            </a:endParaRPr>
          </a:p>
          <a:p>
            <a:pPr marL="101596" indent="0">
              <a:buNone/>
            </a:pPr>
            <a:r>
              <a:rPr lang="en-US" sz="2400" b="1" dirty="0">
                <a:solidFill>
                  <a:schemeClr val="accent5">
                    <a:lumMod val="50000"/>
                  </a:schemeClr>
                </a:solidFill>
              </a:rPr>
              <a:t>index.html:</a:t>
            </a:r>
          </a:p>
          <a:p>
            <a:pPr marL="101596" indent="0">
              <a:buNone/>
            </a:pPr>
            <a:r>
              <a:rPr lang="en-GB" dirty="0" smtClean="0">
                <a:solidFill>
                  <a:schemeClr val="accent5">
                    <a:lumMod val="75000"/>
                  </a:schemeClr>
                </a:solidFill>
              </a:rPr>
              <a:t>	</a:t>
            </a:r>
            <a:r>
              <a:rPr lang="en-GB" dirty="0">
                <a:solidFill>
                  <a:schemeClr val="accent5">
                    <a:lumMod val="75000"/>
                  </a:schemeClr>
                </a:solidFill>
              </a:rPr>
              <a:t>The main HTML page that is </a:t>
            </a:r>
            <a:r>
              <a:rPr lang="en-GB" dirty="0" smtClean="0">
                <a:solidFill>
                  <a:schemeClr val="accent5">
                    <a:lumMod val="75000"/>
                  </a:schemeClr>
                </a:solidFill>
              </a:rPr>
              <a:t>served in Browser.</a:t>
            </a:r>
            <a:r>
              <a:rPr lang="en-GB" dirty="0">
                <a:solidFill>
                  <a:schemeClr val="accent5">
                    <a:lumMod val="75000"/>
                  </a:schemeClr>
                </a:solidFill>
              </a:rPr>
              <a:t> CLI automatically adds all JavaScript and CSS files when building your </a:t>
            </a:r>
            <a:r>
              <a:rPr lang="en-GB" dirty="0" smtClean="0">
                <a:solidFill>
                  <a:schemeClr val="accent5">
                    <a:lumMod val="75000"/>
                  </a:schemeClr>
                </a:solidFill>
              </a:rPr>
              <a:t>app.</a:t>
            </a:r>
          </a:p>
          <a:p>
            <a:pPr marL="101596" indent="0">
              <a:buNone/>
            </a:pPr>
            <a:endParaRPr lang="en-US" dirty="0" smtClean="0">
              <a:solidFill>
                <a:schemeClr val="accent5">
                  <a:lumMod val="75000"/>
                </a:schemeClr>
              </a:solidFill>
            </a:endParaRPr>
          </a:p>
          <a:p>
            <a:pPr marL="101596" indent="0">
              <a:buNone/>
            </a:pPr>
            <a:r>
              <a:rPr lang="en-US" sz="2400" b="1" dirty="0" err="1">
                <a:solidFill>
                  <a:schemeClr val="accent5">
                    <a:lumMod val="50000"/>
                  </a:schemeClr>
                </a:solidFill>
              </a:rPr>
              <a:t>main.ts</a:t>
            </a:r>
            <a:r>
              <a:rPr lang="en-GB" sz="2400" b="1" dirty="0">
                <a:solidFill>
                  <a:schemeClr val="accent5">
                    <a:lumMod val="50000"/>
                  </a:schemeClr>
                </a:solidFill>
              </a:rPr>
              <a:t>:</a:t>
            </a:r>
          </a:p>
          <a:p>
            <a:pPr marL="101596" indent="0">
              <a:buNone/>
            </a:pPr>
            <a:r>
              <a:rPr lang="en-GB" dirty="0"/>
              <a:t>	</a:t>
            </a:r>
            <a:r>
              <a:rPr lang="en-GB" dirty="0">
                <a:solidFill>
                  <a:schemeClr val="accent5">
                    <a:lumMod val="75000"/>
                  </a:schemeClr>
                </a:solidFill>
              </a:rPr>
              <a:t>The main entry point for your application.</a:t>
            </a:r>
          </a:p>
          <a:p>
            <a:pPr marL="101596" indent="0">
              <a:buNone/>
            </a:pPr>
            <a:endParaRPr lang="en-GB" dirty="0">
              <a:solidFill>
                <a:schemeClr val="accent5">
                  <a:lumMod val="75000"/>
                </a:schemeClr>
              </a:solidFill>
            </a:endParaRPr>
          </a:p>
          <a:p>
            <a:pPr marL="101596" indent="0">
              <a:buNone/>
            </a:pPr>
            <a:r>
              <a:rPr lang="en-US" sz="2400" b="1" dirty="0">
                <a:solidFill>
                  <a:schemeClr val="accent5">
                    <a:lumMod val="50000"/>
                  </a:schemeClr>
                </a:solidFill>
              </a:rPr>
              <a:t>styles.css:</a:t>
            </a:r>
          </a:p>
          <a:p>
            <a:pPr marL="101596" indent="0">
              <a:buNone/>
            </a:pPr>
            <a:r>
              <a:rPr lang="en-GB" dirty="0">
                <a:solidFill>
                  <a:schemeClr val="accent5">
                    <a:lumMod val="75000"/>
                  </a:schemeClr>
                </a:solidFill>
              </a:rPr>
              <a:t>	Global CSS styles applied to the entire application</a:t>
            </a:r>
            <a:r>
              <a:rPr lang="en-GB" dirty="0" smtClean="0">
                <a:solidFill>
                  <a:schemeClr val="accent5">
                    <a:lumMod val="75000"/>
                  </a:schemeClr>
                </a:solidFill>
              </a:rPr>
              <a:t>.</a:t>
            </a:r>
          </a:p>
          <a:p>
            <a:pPr marL="101596" indent="0">
              <a:buNone/>
            </a:pPr>
            <a:endParaRPr lang="en-GB" dirty="0">
              <a:solidFill>
                <a:schemeClr val="accent5">
                  <a:lumMod val="75000"/>
                </a:schemeClr>
              </a:solidFill>
            </a:endParaRPr>
          </a:p>
          <a:p>
            <a:pPr marL="101596" indent="0">
              <a:buNone/>
            </a:pPr>
            <a:r>
              <a:rPr lang="en-US" sz="2400" b="1" dirty="0" err="1">
                <a:solidFill>
                  <a:schemeClr val="accent5">
                    <a:lumMod val="50000"/>
                  </a:schemeClr>
                </a:solidFill>
              </a:rPr>
              <a:t>app.config.ts</a:t>
            </a:r>
            <a:r>
              <a:rPr lang="en-US" sz="2400" b="1" dirty="0">
                <a:solidFill>
                  <a:schemeClr val="accent5">
                    <a:lumMod val="50000"/>
                  </a:schemeClr>
                </a:solidFill>
              </a:rPr>
              <a:t>:</a:t>
            </a:r>
          </a:p>
          <a:p>
            <a:pPr marL="101596" indent="0">
              <a:buNone/>
            </a:pPr>
            <a:r>
              <a:rPr lang="en-GB" dirty="0">
                <a:solidFill>
                  <a:schemeClr val="accent5">
                    <a:lumMod val="75000"/>
                  </a:schemeClr>
                </a:solidFill>
              </a:rPr>
              <a:t>	Defines the application configuration that tells Angular how to assemble the application.</a:t>
            </a:r>
            <a:endParaRPr lang="en-US" dirty="0">
              <a:solidFill>
                <a:schemeClr val="accent5">
                  <a:lumMod val="75000"/>
                </a:schemeClr>
              </a:solidFill>
            </a:endParaRPr>
          </a:p>
        </p:txBody>
      </p:sp>
    </p:spTree>
    <p:extLst>
      <p:ext uri="{BB962C8B-B14F-4D97-AF65-F5344CB8AC3E}">
        <p14:creationId xmlns:p14="http://schemas.microsoft.com/office/powerpoint/2010/main" val="2901154737"/>
      </p:ext>
    </p:extLst>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2158" y="1030778"/>
            <a:ext cx="6730423" cy="574453"/>
          </a:xfrm>
        </p:spPr>
        <p:txBody>
          <a:bodyPr/>
          <a:lstStyle/>
          <a:p>
            <a:r>
              <a:rPr lang="en-GB" dirty="0" smtClean="0"/>
              <a:t>Application Source Files</a:t>
            </a:r>
            <a:endParaRPr lang="en-US" dirty="0"/>
          </a:p>
        </p:txBody>
      </p:sp>
      <p:sp>
        <p:nvSpPr>
          <p:cNvPr id="3" name="Slide Number Placeholder 2"/>
          <p:cNvSpPr>
            <a:spLocks noGrp="1"/>
          </p:cNvSpPr>
          <p:nvPr>
            <p:ph type="sldNum" idx="4"/>
          </p:nvPr>
        </p:nvSpPr>
        <p:spPr/>
        <p:txBody>
          <a:bodyPr/>
          <a:lstStyle/>
          <a:p>
            <a:fld id="{A5FE59A5-F4B4-47F3-8C4B-BD6C0C97D865}" type="slidenum">
              <a:rPr lang="en-IN" smtClean="0"/>
              <a:t>17</a:t>
            </a:fld>
            <a:endParaRPr lang="en-IN" dirty="0"/>
          </a:p>
        </p:txBody>
      </p:sp>
      <p:sp>
        <p:nvSpPr>
          <p:cNvPr id="4" name="Text Placeholder 3"/>
          <p:cNvSpPr>
            <a:spLocks noGrp="1"/>
          </p:cNvSpPr>
          <p:nvPr>
            <p:ph type="body" sz="quarter" idx="10"/>
          </p:nvPr>
        </p:nvSpPr>
        <p:spPr/>
        <p:txBody>
          <a:bodyPr/>
          <a:lstStyle/>
          <a:p>
            <a:pPr marL="101596" indent="0">
              <a:buNone/>
            </a:pPr>
            <a:r>
              <a:rPr lang="en-US" sz="2400" b="1" dirty="0" err="1">
                <a:solidFill>
                  <a:schemeClr val="accent5">
                    <a:lumMod val="50000"/>
                  </a:schemeClr>
                </a:solidFill>
              </a:rPr>
              <a:t>app.component.ts</a:t>
            </a:r>
            <a:r>
              <a:rPr lang="en-US" sz="2400" b="1" dirty="0">
                <a:solidFill>
                  <a:schemeClr val="accent5">
                    <a:lumMod val="50000"/>
                  </a:schemeClr>
                </a:solidFill>
              </a:rPr>
              <a:t>:</a:t>
            </a:r>
          </a:p>
          <a:p>
            <a:pPr marL="101596" indent="0">
              <a:buNone/>
            </a:pPr>
            <a:r>
              <a:rPr lang="en-GB" dirty="0">
                <a:solidFill>
                  <a:schemeClr val="accent5">
                    <a:lumMod val="75000"/>
                  </a:schemeClr>
                </a:solidFill>
              </a:rPr>
              <a:t>	Defines the application's root component, named </a:t>
            </a:r>
            <a:r>
              <a:rPr lang="en-GB" dirty="0" err="1">
                <a:solidFill>
                  <a:schemeClr val="accent5">
                    <a:lumMod val="75000"/>
                  </a:schemeClr>
                </a:solidFill>
              </a:rPr>
              <a:t>AppComponent</a:t>
            </a:r>
            <a:endParaRPr lang="en-GB" dirty="0">
              <a:solidFill>
                <a:schemeClr val="accent5">
                  <a:lumMod val="75000"/>
                </a:schemeClr>
              </a:solidFill>
            </a:endParaRPr>
          </a:p>
          <a:p>
            <a:pPr marL="101596" indent="0">
              <a:buNone/>
            </a:pPr>
            <a:endParaRPr lang="en-GB" dirty="0">
              <a:solidFill>
                <a:schemeClr val="accent5">
                  <a:lumMod val="75000"/>
                </a:schemeClr>
              </a:solidFill>
            </a:endParaRPr>
          </a:p>
          <a:p>
            <a:pPr marL="101596" indent="0">
              <a:buNone/>
            </a:pPr>
            <a:r>
              <a:rPr lang="en-US" sz="2400" b="1" dirty="0">
                <a:solidFill>
                  <a:schemeClr val="accent5">
                    <a:lumMod val="50000"/>
                  </a:schemeClr>
                </a:solidFill>
              </a:rPr>
              <a:t>app.component.html:</a:t>
            </a:r>
          </a:p>
          <a:p>
            <a:pPr marL="101596" indent="0">
              <a:buNone/>
            </a:pPr>
            <a:r>
              <a:rPr lang="en-GB" dirty="0" smtClean="0">
                <a:solidFill>
                  <a:schemeClr val="accent5">
                    <a:lumMod val="75000"/>
                  </a:schemeClr>
                </a:solidFill>
              </a:rPr>
              <a:t>	</a:t>
            </a:r>
            <a:r>
              <a:rPr lang="en-GB" dirty="0">
                <a:solidFill>
                  <a:schemeClr val="accent5">
                    <a:lumMod val="75000"/>
                  </a:schemeClr>
                </a:solidFill>
              </a:rPr>
              <a:t>Defines the HTML template associated with </a:t>
            </a:r>
            <a:r>
              <a:rPr lang="en-GB" dirty="0" err="1">
                <a:solidFill>
                  <a:schemeClr val="accent5">
                    <a:lumMod val="75000"/>
                  </a:schemeClr>
                </a:solidFill>
              </a:rPr>
              <a:t>AppComponent</a:t>
            </a:r>
            <a:r>
              <a:rPr lang="en-GB" dirty="0">
                <a:solidFill>
                  <a:schemeClr val="accent5">
                    <a:lumMod val="75000"/>
                  </a:schemeClr>
                </a:solidFill>
              </a:rPr>
              <a:t>.</a:t>
            </a:r>
          </a:p>
          <a:p>
            <a:pPr marL="101596" indent="0">
              <a:buNone/>
            </a:pPr>
            <a:endParaRPr lang="en-GB" dirty="0">
              <a:solidFill>
                <a:schemeClr val="accent5">
                  <a:lumMod val="75000"/>
                </a:schemeClr>
              </a:solidFill>
            </a:endParaRPr>
          </a:p>
          <a:p>
            <a:pPr marL="101596" indent="0">
              <a:buNone/>
            </a:pPr>
            <a:r>
              <a:rPr lang="en-US" sz="2400" b="1" dirty="0">
                <a:solidFill>
                  <a:schemeClr val="accent5">
                    <a:lumMod val="50000"/>
                  </a:schemeClr>
                </a:solidFill>
              </a:rPr>
              <a:t>app.component.css:</a:t>
            </a:r>
          </a:p>
          <a:p>
            <a:pPr marL="101596" indent="0">
              <a:buNone/>
            </a:pPr>
            <a:r>
              <a:rPr lang="en-GB" dirty="0">
                <a:solidFill>
                  <a:schemeClr val="accent5">
                    <a:lumMod val="75000"/>
                  </a:schemeClr>
                </a:solidFill>
              </a:rPr>
              <a:t>	</a:t>
            </a:r>
            <a:r>
              <a:rPr lang="en-GB" dirty="0" smtClean="0">
                <a:solidFill>
                  <a:schemeClr val="accent5">
                    <a:lumMod val="75000"/>
                  </a:schemeClr>
                </a:solidFill>
              </a:rPr>
              <a:t>Defines the CSS styles for </a:t>
            </a:r>
            <a:r>
              <a:rPr lang="en-GB" dirty="0" err="1" smtClean="0">
                <a:solidFill>
                  <a:schemeClr val="accent5">
                    <a:lumMod val="75000"/>
                  </a:schemeClr>
                </a:solidFill>
              </a:rPr>
              <a:t>AppComponent</a:t>
            </a:r>
            <a:r>
              <a:rPr lang="en-GB" dirty="0" smtClean="0">
                <a:solidFill>
                  <a:schemeClr val="accent5">
                    <a:lumMod val="75000"/>
                  </a:schemeClr>
                </a:solidFill>
              </a:rPr>
              <a:t>.</a:t>
            </a:r>
          </a:p>
          <a:p>
            <a:pPr marL="101596" indent="0">
              <a:buNone/>
            </a:pPr>
            <a:endParaRPr lang="en-GB" dirty="0">
              <a:solidFill>
                <a:schemeClr val="accent5">
                  <a:lumMod val="75000"/>
                </a:schemeClr>
              </a:solidFill>
            </a:endParaRPr>
          </a:p>
          <a:p>
            <a:pPr marL="101596" indent="0">
              <a:buNone/>
            </a:pPr>
            <a:r>
              <a:rPr lang="en-US" sz="2400" b="1" dirty="0" err="1">
                <a:solidFill>
                  <a:schemeClr val="accent5">
                    <a:lumMod val="50000"/>
                  </a:schemeClr>
                </a:solidFill>
              </a:rPr>
              <a:t>app.component.spec.ts</a:t>
            </a:r>
            <a:r>
              <a:rPr lang="en-US" sz="2400" b="1" dirty="0">
                <a:solidFill>
                  <a:schemeClr val="accent5">
                    <a:lumMod val="50000"/>
                  </a:schemeClr>
                </a:solidFill>
              </a:rPr>
              <a:t>:</a:t>
            </a:r>
          </a:p>
          <a:p>
            <a:pPr marL="101596" indent="0">
              <a:buNone/>
            </a:pPr>
            <a:r>
              <a:rPr lang="en-GB" dirty="0">
                <a:solidFill>
                  <a:schemeClr val="accent5">
                    <a:lumMod val="75000"/>
                  </a:schemeClr>
                </a:solidFill>
              </a:rPr>
              <a:t>	</a:t>
            </a:r>
            <a:r>
              <a:rPr lang="en-GB" dirty="0" smtClean="0">
                <a:solidFill>
                  <a:schemeClr val="accent5">
                    <a:lumMod val="75000"/>
                  </a:schemeClr>
                </a:solidFill>
              </a:rPr>
              <a:t>Defines the unit test of </a:t>
            </a:r>
            <a:r>
              <a:rPr lang="en-GB" dirty="0" err="1" smtClean="0">
                <a:solidFill>
                  <a:schemeClr val="accent5">
                    <a:lumMod val="75000"/>
                  </a:schemeClr>
                </a:solidFill>
              </a:rPr>
              <a:t>AppComponent</a:t>
            </a:r>
            <a:r>
              <a:rPr lang="en-GB" dirty="0" smtClean="0">
                <a:solidFill>
                  <a:schemeClr val="accent5">
                    <a:lumMod val="75000"/>
                  </a:schemeClr>
                </a:solidFill>
              </a:rPr>
              <a:t>.</a:t>
            </a:r>
          </a:p>
          <a:p>
            <a:pPr marL="101596" indent="0">
              <a:buNone/>
            </a:pPr>
            <a:endParaRPr lang="en-US" dirty="0" smtClean="0">
              <a:solidFill>
                <a:schemeClr val="accent5">
                  <a:lumMod val="75000"/>
                </a:schemeClr>
              </a:solidFill>
            </a:endParaRPr>
          </a:p>
          <a:p>
            <a:pPr marL="101596" indent="0">
              <a:buNone/>
            </a:pPr>
            <a:r>
              <a:rPr lang="en-US" sz="2400" b="1" dirty="0" err="1">
                <a:solidFill>
                  <a:schemeClr val="accent5">
                    <a:lumMod val="50000"/>
                  </a:schemeClr>
                </a:solidFill>
              </a:rPr>
              <a:t>app.routes.ts</a:t>
            </a:r>
            <a:r>
              <a:rPr lang="en-GB" sz="2400" b="1" dirty="0">
                <a:solidFill>
                  <a:schemeClr val="accent5">
                    <a:lumMod val="50000"/>
                  </a:schemeClr>
                </a:solidFill>
              </a:rPr>
              <a:t>:</a:t>
            </a:r>
          </a:p>
          <a:p>
            <a:pPr marL="101596" indent="0">
              <a:buNone/>
            </a:pPr>
            <a:r>
              <a:rPr lang="en-GB" dirty="0"/>
              <a:t>	</a:t>
            </a:r>
            <a:r>
              <a:rPr lang="en-GB" dirty="0">
                <a:solidFill>
                  <a:schemeClr val="accent5">
                    <a:lumMod val="75000"/>
                  </a:schemeClr>
                </a:solidFill>
              </a:rPr>
              <a:t>Defines the application's routing </a:t>
            </a:r>
            <a:r>
              <a:rPr lang="en-GB" dirty="0" smtClean="0">
                <a:solidFill>
                  <a:schemeClr val="accent5">
                    <a:lumMod val="75000"/>
                  </a:schemeClr>
                </a:solidFill>
              </a:rPr>
              <a:t>configuration</a:t>
            </a:r>
            <a:endParaRPr lang="en-GB" dirty="0">
              <a:solidFill>
                <a:schemeClr val="accent5">
                  <a:lumMod val="75000"/>
                </a:schemeClr>
              </a:solidFill>
            </a:endParaRPr>
          </a:p>
        </p:txBody>
      </p:sp>
      <p:sp>
        <p:nvSpPr>
          <p:cNvPr id="11" name="Title 1"/>
          <p:cNvSpPr txBox="1">
            <a:spLocks/>
          </p:cNvSpPr>
          <p:nvPr/>
        </p:nvSpPr>
        <p:spPr>
          <a:xfrm>
            <a:off x="3" y="37720"/>
            <a:ext cx="6730423" cy="574453"/>
          </a:xfrm>
          <a:prstGeom prst="rect">
            <a:avLst/>
          </a:prstGeom>
          <a:noFill/>
          <a:ln>
            <a:noFill/>
          </a:ln>
        </p:spPr>
        <p:txBody>
          <a:bodyPr spcFirstLastPara="1" wrap="square" lIns="108000" tIns="0" rIns="0" bIns="0" anchor="ctr" anchorCtr="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FFFFF"/>
              </a:buClr>
              <a:buSzPts val="2000"/>
              <a:buFont typeface="Roboto Condensed"/>
              <a:buNone/>
              <a:defRPr sz="3733" b="1" i="0" u="none" strike="noStrike" cap="none">
                <a:solidFill>
                  <a:schemeClr val="bg1"/>
                </a:solidFill>
                <a:latin typeface="Roboto Condensed"/>
                <a:ea typeface="Roboto Condensed"/>
                <a:cs typeface="Roboto Condensed"/>
                <a:sym typeface="Roboto Condensed"/>
              </a:defRPr>
            </a:lvl1pPr>
            <a:lvl2pPr marR="0" lvl="1" algn="l" rtl="0" eaLnBrk="1" hangingPunct="1">
              <a:lnSpc>
                <a:spcPct val="100000"/>
              </a:lnSpc>
              <a:spcBef>
                <a:spcPts val="0"/>
              </a:spcBef>
              <a:spcAft>
                <a:spcPts val="0"/>
              </a:spcAft>
              <a:buClr>
                <a:srgbClr val="FFFFFF"/>
              </a:buClr>
              <a:buSzPts val="2000"/>
              <a:buFont typeface="Roboto Condensed"/>
              <a:buNone/>
              <a:defRPr sz="2000" b="1" i="0" u="none" strike="noStrike" cap="none">
                <a:solidFill>
                  <a:srgbClr val="FFFFFF"/>
                </a:solidFill>
                <a:latin typeface="Roboto Condensed"/>
                <a:ea typeface="Roboto Condensed"/>
                <a:cs typeface="Roboto Condensed"/>
                <a:sym typeface="Roboto Condensed"/>
              </a:defRPr>
            </a:lvl2pPr>
            <a:lvl3pPr marR="0" lvl="2" algn="l" rtl="0" eaLnBrk="1" hangingPunct="1">
              <a:lnSpc>
                <a:spcPct val="100000"/>
              </a:lnSpc>
              <a:spcBef>
                <a:spcPts val="0"/>
              </a:spcBef>
              <a:spcAft>
                <a:spcPts val="0"/>
              </a:spcAft>
              <a:buClr>
                <a:srgbClr val="FFFFFF"/>
              </a:buClr>
              <a:buSzPts val="2000"/>
              <a:buFont typeface="Roboto Condensed"/>
              <a:buNone/>
              <a:defRPr sz="2000" b="1" i="0" u="none" strike="noStrike" cap="none">
                <a:solidFill>
                  <a:srgbClr val="FFFFFF"/>
                </a:solidFill>
                <a:latin typeface="Roboto Condensed"/>
                <a:ea typeface="Roboto Condensed"/>
                <a:cs typeface="Roboto Condensed"/>
                <a:sym typeface="Roboto Condensed"/>
              </a:defRPr>
            </a:lvl3pPr>
            <a:lvl4pPr marR="0" lvl="3" algn="l" rtl="0" eaLnBrk="1" hangingPunct="1">
              <a:lnSpc>
                <a:spcPct val="100000"/>
              </a:lnSpc>
              <a:spcBef>
                <a:spcPts val="0"/>
              </a:spcBef>
              <a:spcAft>
                <a:spcPts val="0"/>
              </a:spcAft>
              <a:buClr>
                <a:srgbClr val="FFFFFF"/>
              </a:buClr>
              <a:buSzPts val="2000"/>
              <a:buFont typeface="Roboto Condensed"/>
              <a:buNone/>
              <a:defRPr sz="2000" b="1" i="0" u="none" strike="noStrike" cap="none">
                <a:solidFill>
                  <a:srgbClr val="FFFFFF"/>
                </a:solidFill>
                <a:latin typeface="Roboto Condensed"/>
                <a:ea typeface="Roboto Condensed"/>
                <a:cs typeface="Roboto Condensed"/>
                <a:sym typeface="Roboto Condensed"/>
              </a:defRPr>
            </a:lvl4pPr>
            <a:lvl5pPr marR="0" lvl="4" algn="l" rtl="0" eaLnBrk="1" hangingPunct="1">
              <a:lnSpc>
                <a:spcPct val="100000"/>
              </a:lnSpc>
              <a:spcBef>
                <a:spcPts val="0"/>
              </a:spcBef>
              <a:spcAft>
                <a:spcPts val="0"/>
              </a:spcAft>
              <a:buClr>
                <a:srgbClr val="FFFFFF"/>
              </a:buClr>
              <a:buSzPts val="2000"/>
              <a:buFont typeface="Roboto Condensed"/>
              <a:buNone/>
              <a:defRPr sz="2000" b="1" i="0" u="none" strike="noStrike" cap="none">
                <a:solidFill>
                  <a:srgbClr val="FFFFFF"/>
                </a:solidFill>
                <a:latin typeface="Roboto Condensed"/>
                <a:ea typeface="Roboto Condensed"/>
                <a:cs typeface="Roboto Condensed"/>
                <a:sym typeface="Roboto Condensed"/>
              </a:defRPr>
            </a:lvl5pPr>
            <a:lvl6pPr marR="0" lvl="5" algn="l" rtl="0" eaLnBrk="1" hangingPunct="1">
              <a:lnSpc>
                <a:spcPct val="100000"/>
              </a:lnSpc>
              <a:spcBef>
                <a:spcPts val="0"/>
              </a:spcBef>
              <a:spcAft>
                <a:spcPts val="0"/>
              </a:spcAft>
              <a:buClr>
                <a:srgbClr val="FFFFFF"/>
              </a:buClr>
              <a:buSzPts val="2000"/>
              <a:buFont typeface="Roboto Condensed"/>
              <a:buNone/>
              <a:defRPr sz="2000" b="1" i="0" u="none" strike="noStrike" cap="none">
                <a:solidFill>
                  <a:srgbClr val="FFFFFF"/>
                </a:solidFill>
                <a:latin typeface="Roboto Condensed"/>
                <a:ea typeface="Roboto Condensed"/>
                <a:cs typeface="Roboto Condensed"/>
                <a:sym typeface="Roboto Condensed"/>
              </a:defRPr>
            </a:lvl6pPr>
            <a:lvl7pPr marR="0" lvl="6" algn="l" rtl="0" eaLnBrk="1" hangingPunct="1">
              <a:lnSpc>
                <a:spcPct val="100000"/>
              </a:lnSpc>
              <a:spcBef>
                <a:spcPts val="0"/>
              </a:spcBef>
              <a:spcAft>
                <a:spcPts val="0"/>
              </a:spcAft>
              <a:buClr>
                <a:srgbClr val="FFFFFF"/>
              </a:buClr>
              <a:buSzPts val="2000"/>
              <a:buFont typeface="Roboto Condensed"/>
              <a:buNone/>
              <a:defRPr sz="2000" b="1" i="0" u="none" strike="noStrike" cap="none">
                <a:solidFill>
                  <a:srgbClr val="FFFFFF"/>
                </a:solidFill>
                <a:latin typeface="Roboto Condensed"/>
                <a:ea typeface="Roboto Condensed"/>
                <a:cs typeface="Roboto Condensed"/>
                <a:sym typeface="Roboto Condensed"/>
              </a:defRPr>
            </a:lvl7pPr>
            <a:lvl8pPr marR="0" lvl="7" algn="l" rtl="0" eaLnBrk="1" hangingPunct="1">
              <a:lnSpc>
                <a:spcPct val="100000"/>
              </a:lnSpc>
              <a:spcBef>
                <a:spcPts val="0"/>
              </a:spcBef>
              <a:spcAft>
                <a:spcPts val="0"/>
              </a:spcAft>
              <a:buClr>
                <a:srgbClr val="FFFFFF"/>
              </a:buClr>
              <a:buSzPts val="2000"/>
              <a:buFont typeface="Roboto Condensed"/>
              <a:buNone/>
              <a:defRPr sz="2000" b="1" i="0" u="none" strike="noStrike" cap="none">
                <a:solidFill>
                  <a:srgbClr val="FFFFFF"/>
                </a:solidFill>
                <a:latin typeface="Roboto Condensed"/>
                <a:ea typeface="Roboto Condensed"/>
                <a:cs typeface="Roboto Condensed"/>
                <a:sym typeface="Roboto Condensed"/>
              </a:defRPr>
            </a:lvl8pPr>
            <a:lvl9pPr marR="0" lvl="8" algn="l" rtl="0" eaLnBrk="1" hangingPunct="1">
              <a:lnSpc>
                <a:spcPct val="100000"/>
              </a:lnSpc>
              <a:spcBef>
                <a:spcPts val="0"/>
              </a:spcBef>
              <a:spcAft>
                <a:spcPts val="0"/>
              </a:spcAft>
              <a:buClr>
                <a:srgbClr val="FFFFFF"/>
              </a:buClr>
              <a:buSzPts val="2000"/>
              <a:buFont typeface="Roboto Condensed"/>
              <a:buNone/>
              <a:defRPr sz="2000" b="1" i="0" u="none" strike="noStrike" cap="none">
                <a:solidFill>
                  <a:srgbClr val="FFFFFF"/>
                </a:solidFill>
                <a:latin typeface="Roboto Condensed"/>
                <a:ea typeface="Roboto Condensed"/>
                <a:cs typeface="Roboto Condensed"/>
                <a:sym typeface="Roboto Condensed"/>
              </a:defRPr>
            </a:lvl9pPr>
          </a:lstStyle>
          <a:p>
            <a:r>
              <a:rPr lang="en-GB" kern="0" smtClean="0"/>
              <a:t>Application Source Files</a:t>
            </a:r>
            <a:endParaRPr lang="en-US" kern="0" dirty="0"/>
          </a:p>
        </p:txBody>
      </p:sp>
    </p:spTree>
    <p:extLst>
      <p:ext uri="{BB962C8B-B14F-4D97-AF65-F5344CB8AC3E}">
        <p14:creationId xmlns:p14="http://schemas.microsoft.com/office/powerpoint/2010/main" val="1154410089"/>
      </p:ext>
    </p:extLst>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Components</a:t>
            </a:r>
            <a:endParaRPr lang="en-US" dirty="0"/>
          </a:p>
        </p:txBody>
      </p:sp>
      <p:sp>
        <p:nvSpPr>
          <p:cNvPr id="3" name="Slide Number Placeholder 2"/>
          <p:cNvSpPr>
            <a:spLocks noGrp="1"/>
          </p:cNvSpPr>
          <p:nvPr>
            <p:ph type="sldNum" idx="4"/>
          </p:nvPr>
        </p:nvSpPr>
        <p:spPr/>
        <p:txBody>
          <a:bodyPr/>
          <a:lstStyle/>
          <a:p>
            <a:fld id="{A5FE59A5-F4B4-47F3-8C4B-BD6C0C97D865}" type="slidenum">
              <a:rPr lang="en-IN" smtClean="0"/>
              <a:t>18</a:t>
            </a:fld>
            <a:endParaRPr lang="en-IN" dirty="0"/>
          </a:p>
        </p:txBody>
      </p:sp>
      <p:sp>
        <p:nvSpPr>
          <p:cNvPr id="4" name="Text Placeholder 3"/>
          <p:cNvSpPr>
            <a:spLocks noGrp="1"/>
          </p:cNvSpPr>
          <p:nvPr>
            <p:ph type="body" sz="quarter" idx="10"/>
          </p:nvPr>
        </p:nvSpPr>
        <p:spPr/>
        <p:txBody>
          <a:bodyPr/>
          <a:lstStyle/>
          <a:p>
            <a:pPr marL="101596" indent="0">
              <a:buNone/>
            </a:pPr>
            <a:r>
              <a:rPr lang="en-GB" b="1" dirty="0" smtClean="0">
                <a:solidFill>
                  <a:schemeClr val="accent5">
                    <a:lumMod val="50000"/>
                  </a:schemeClr>
                </a:solidFill>
              </a:rPr>
              <a:t>Components:</a:t>
            </a:r>
          </a:p>
          <a:p>
            <a:pPr marL="101596" indent="0">
              <a:buNone/>
            </a:pPr>
            <a:r>
              <a:rPr lang="en-GB" dirty="0" smtClean="0"/>
              <a:t>	</a:t>
            </a:r>
            <a:r>
              <a:rPr lang="en-GB" dirty="0" smtClean="0">
                <a:solidFill>
                  <a:schemeClr val="accent5">
                    <a:lumMod val="75000"/>
                  </a:schemeClr>
                </a:solidFill>
              </a:rPr>
              <a:t>Components are the </a:t>
            </a:r>
            <a:r>
              <a:rPr lang="en-GB" dirty="0">
                <a:solidFill>
                  <a:schemeClr val="accent5">
                    <a:lumMod val="75000"/>
                  </a:schemeClr>
                </a:solidFill>
              </a:rPr>
              <a:t>fundamental building block for creating applications in Angular</a:t>
            </a:r>
            <a:r>
              <a:rPr lang="en-GB" dirty="0" smtClean="0">
                <a:solidFill>
                  <a:schemeClr val="accent5">
                    <a:lumMod val="75000"/>
                  </a:schemeClr>
                </a:solidFill>
              </a:rPr>
              <a:t>.</a:t>
            </a:r>
          </a:p>
          <a:p>
            <a:pPr marL="101596" indent="0">
              <a:buNone/>
            </a:pPr>
            <a:endParaRPr lang="en-GB" dirty="0">
              <a:solidFill>
                <a:schemeClr val="accent5">
                  <a:lumMod val="75000"/>
                </a:schemeClr>
              </a:solidFill>
            </a:endParaRPr>
          </a:p>
          <a:p>
            <a:pPr marL="101596" indent="0">
              <a:buNone/>
            </a:pPr>
            <a:r>
              <a:rPr lang="en-GB" b="1" dirty="0" smtClean="0">
                <a:solidFill>
                  <a:schemeClr val="accent5">
                    <a:lumMod val="75000"/>
                  </a:schemeClr>
                </a:solidFill>
              </a:rPr>
              <a:t>There are two types of Angular Components:</a:t>
            </a:r>
          </a:p>
          <a:p>
            <a:pPr>
              <a:buFontTx/>
              <a:buChar char="-"/>
            </a:pPr>
            <a:r>
              <a:rPr lang="en-GB" b="1" dirty="0" smtClean="0">
                <a:solidFill>
                  <a:schemeClr val="accent5">
                    <a:lumMod val="75000"/>
                  </a:schemeClr>
                </a:solidFill>
              </a:rPr>
              <a:t>Traditional Components: </a:t>
            </a:r>
          </a:p>
          <a:p>
            <a:pPr marL="101596" indent="0">
              <a:buNone/>
            </a:pPr>
            <a:r>
              <a:rPr lang="en-GB" dirty="0">
                <a:solidFill>
                  <a:schemeClr val="accent5">
                    <a:lumMod val="75000"/>
                  </a:schemeClr>
                </a:solidFill>
              </a:rPr>
              <a:t>	</a:t>
            </a:r>
            <a:r>
              <a:rPr lang="en-GB" dirty="0" smtClean="0">
                <a:solidFill>
                  <a:schemeClr val="accent5">
                    <a:lumMod val="75000"/>
                  </a:schemeClr>
                </a:solidFill>
              </a:rPr>
              <a:t>	A</a:t>
            </a:r>
            <a:r>
              <a:rPr lang="en-GB" dirty="0">
                <a:solidFill>
                  <a:schemeClr val="accent5">
                    <a:lumMod val="75000"/>
                  </a:schemeClr>
                </a:solidFill>
              </a:rPr>
              <a:t> </a:t>
            </a:r>
            <a:r>
              <a:rPr lang="en-GB" b="1" dirty="0" smtClean="0">
                <a:solidFill>
                  <a:schemeClr val="accent5">
                    <a:lumMod val="75000"/>
                  </a:schemeClr>
                </a:solidFill>
              </a:rPr>
              <a:t>Non</a:t>
            </a:r>
            <a:r>
              <a:rPr lang="en-GB" dirty="0" smtClean="0">
                <a:solidFill>
                  <a:schemeClr val="accent5">
                    <a:lumMod val="75000"/>
                  </a:schemeClr>
                </a:solidFill>
              </a:rPr>
              <a:t> </a:t>
            </a:r>
            <a:r>
              <a:rPr lang="en-GB" b="1" dirty="0">
                <a:solidFill>
                  <a:schemeClr val="accent5">
                    <a:lumMod val="75000"/>
                  </a:schemeClr>
                </a:solidFill>
              </a:rPr>
              <a:t>S</a:t>
            </a:r>
            <a:r>
              <a:rPr lang="en-GB" b="1" dirty="0" smtClean="0">
                <a:solidFill>
                  <a:schemeClr val="accent5">
                    <a:lumMod val="75000"/>
                  </a:schemeClr>
                </a:solidFill>
              </a:rPr>
              <a:t>tandalone </a:t>
            </a:r>
            <a:r>
              <a:rPr lang="en-GB" b="1" dirty="0">
                <a:solidFill>
                  <a:schemeClr val="accent5">
                    <a:lumMod val="75000"/>
                  </a:schemeClr>
                </a:solidFill>
              </a:rPr>
              <a:t>component</a:t>
            </a:r>
            <a:r>
              <a:rPr lang="en-GB" dirty="0">
                <a:solidFill>
                  <a:schemeClr val="accent5">
                    <a:lumMod val="75000"/>
                  </a:schemeClr>
                </a:solidFill>
              </a:rPr>
              <a:t> is a component that sets standalone: </a:t>
            </a:r>
            <a:r>
              <a:rPr lang="en-GB" dirty="0" smtClean="0">
                <a:solidFill>
                  <a:schemeClr val="accent5">
                    <a:lumMod val="75000"/>
                  </a:schemeClr>
                </a:solidFill>
              </a:rPr>
              <a:t>false </a:t>
            </a:r>
            <a:r>
              <a:rPr lang="en-GB" dirty="0">
                <a:solidFill>
                  <a:schemeClr val="accent5">
                    <a:lumMod val="75000"/>
                  </a:schemeClr>
                </a:solidFill>
              </a:rPr>
              <a:t> in </a:t>
            </a:r>
            <a:r>
              <a:rPr lang="en-GB" dirty="0" smtClean="0">
                <a:solidFill>
                  <a:schemeClr val="accent5">
                    <a:lumMod val="75000"/>
                  </a:schemeClr>
                </a:solidFill>
              </a:rPr>
              <a:t>	its </a:t>
            </a:r>
            <a:r>
              <a:rPr lang="en-GB" dirty="0">
                <a:solidFill>
                  <a:schemeClr val="accent5">
                    <a:lumMod val="75000"/>
                  </a:schemeClr>
                </a:solidFill>
              </a:rPr>
              <a:t>component metadata. </a:t>
            </a:r>
            <a:endParaRPr lang="en-GB" dirty="0" smtClean="0">
              <a:solidFill>
                <a:schemeClr val="accent5">
                  <a:lumMod val="75000"/>
                </a:schemeClr>
              </a:solidFill>
            </a:endParaRPr>
          </a:p>
          <a:p>
            <a:pPr marL="101596" indent="0">
              <a:buNone/>
            </a:pPr>
            <a:r>
              <a:rPr lang="en-GB" dirty="0">
                <a:solidFill>
                  <a:schemeClr val="accent5">
                    <a:lumMod val="75000"/>
                  </a:schemeClr>
                </a:solidFill>
              </a:rPr>
              <a:t>	</a:t>
            </a:r>
            <a:endParaRPr lang="en-GB" dirty="0" smtClean="0">
              <a:solidFill>
                <a:schemeClr val="accent5">
                  <a:lumMod val="75000"/>
                </a:schemeClr>
              </a:solidFill>
            </a:endParaRPr>
          </a:p>
          <a:p>
            <a:pPr marL="101596" indent="0">
              <a:buNone/>
            </a:pPr>
            <a:r>
              <a:rPr lang="en-GB" dirty="0" smtClean="0">
                <a:solidFill>
                  <a:schemeClr val="accent5">
                    <a:lumMod val="75000"/>
                  </a:schemeClr>
                </a:solidFill>
              </a:rPr>
              <a:t>	Non Standalone Component uses </a:t>
            </a:r>
            <a:r>
              <a:rPr lang="en-GB" dirty="0" err="1" smtClean="0">
                <a:solidFill>
                  <a:schemeClr val="accent5">
                    <a:lumMod val="75000"/>
                  </a:schemeClr>
                </a:solidFill>
              </a:rPr>
              <a:t>NgModule</a:t>
            </a:r>
            <a:r>
              <a:rPr lang="en-GB" dirty="0" smtClean="0">
                <a:solidFill>
                  <a:schemeClr val="accent5">
                    <a:lumMod val="75000"/>
                  </a:schemeClr>
                </a:solidFill>
              </a:rPr>
              <a:t> to make itself available for Other 	Components.</a:t>
            </a:r>
            <a:r>
              <a:rPr lang="en-GB" dirty="0">
                <a:solidFill>
                  <a:schemeClr val="accent5">
                    <a:lumMod val="75000"/>
                  </a:schemeClr>
                </a:solidFill>
              </a:rPr>
              <a:t>	</a:t>
            </a:r>
            <a:endParaRPr lang="en-GB" dirty="0" smtClean="0">
              <a:solidFill>
                <a:schemeClr val="accent5">
                  <a:lumMod val="75000"/>
                </a:schemeClr>
              </a:solidFill>
            </a:endParaRPr>
          </a:p>
          <a:p>
            <a:pPr marL="101596" indent="0">
              <a:buNone/>
            </a:pPr>
            <a:endParaRPr lang="en-GB" b="1" dirty="0">
              <a:solidFill>
                <a:schemeClr val="accent5">
                  <a:lumMod val="75000"/>
                </a:schemeClr>
              </a:solidFill>
            </a:endParaRPr>
          </a:p>
          <a:p>
            <a:pPr>
              <a:buFontTx/>
              <a:buChar char="-"/>
            </a:pPr>
            <a:r>
              <a:rPr lang="en-GB" b="1" dirty="0" smtClean="0">
                <a:solidFill>
                  <a:schemeClr val="accent5">
                    <a:lumMod val="75000"/>
                  </a:schemeClr>
                </a:solidFill>
              </a:rPr>
              <a:t>Standalone Components: (Angular 14)</a:t>
            </a:r>
          </a:p>
          <a:p>
            <a:pPr marL="101596" indent="0">
              <a:buNone/>
            </a:pPr>
            <a:r>
              <a:rPr lang="en-GB" dirty="0" smtClean="0">
                <a:solidFill>
                  <a:schemeClr val="accent5">
                    <a:lumMod val="75000"/>
                  </a:schemeClr>
                </a:solidFill>
              </a:rPr>
              <a:t>		A</a:t>
            </a:r>
            <a:r>
              <a:rPr lang="en-GB" dirty="0">
                <a:solidFill>
                  <a:schemeClr val="accent5">
                    <a:lumMod val="75000"/>
                  </a:schemeClr>
                </a:solidFill>
              </a:rPr>
              <a:t> </a:t>
            </a:r>
            <a:r>
              <a:rPr lang="en-GB" b="1" dirty="0">
                <a:solidFill>
                  <a:schemeClr val="accent5">
                    <a:lumMod val="75000"/>
                  </a:schemeClr>
                </a:solidFill>
              </a:rPr>
              <a:t>standalone component</a:t>
            </a:r>
            <a:r>
              <a:rPr lang="en-GB" dirty="0">
                <a:solidFill>
                  <a:schemeClr val="accent5">
                    <a:lumMod val="75000"/>
                  </a:schemeClr>
                </a:solidFill>
              </a:rPr>
              <a:t> is a component that </a:t>
            </a:r>
            <a:r>
              <a:rPr lang="en-GB" dirty="0" smtClean="0">
                <a:solidFill>
                  <a:schemeClr val="accent5">
                    <a:lumMod val="75000"/>
                  </a:schemeClr>
                </a:solidFill>
              </a:rPr>
              <a:t>sets standalone: true </a:t>
            </a:r>
            <a:r>
              <a:rPr lang="en-GB" dirty="0">
                <a:solidFill>
                  <a:schemeClr val="accent5">
                    <a:lumMod val="75000"/>
                  </a:schemeClr>
                </a:solidFill>
              </a:rPr>
              <a:t> in its </a:t>
            </a:r>
            <a:r>
              <a:rPr lang="en-GB" dirty="0" smtClean="0">
                <a:solidFill>
                  <a:schemeClr val="accent5">
                    <a:lumMod val="75000"/>
                  </a:schemeClr>
                </a:solidFill>
              </a:rPr>
              <a:t>		component </a:t>
            </a:r>
            <a:r>
              <a:rPr lang="en-GB" dirty="0">
                <a:solidFill>
                  <a:schemeClr val="accent5">
                    <a:lumMod val="75000"/>
                  </a:schemeClr>
                </a:solidFill>
              </a:rPr>
              <a:t>metadata. Standalone components directly import other components, </a:t>
            </a:r>
            <a:r>
              <a:rPr lang="en-GB" dirty="0" smtClean="0">
                <a:solidFill>
                  <a:schemeClr val="accent5">
                    <a:lumMod val="75000"/>
                  </a:schemeClr>
                </a:solidFill>
              </a:rPr>
              <a:t>	directives</a:t>
            </a:r>
            <a:r>
              <a:rPr lang="en-GB" dirty="0">
                <a:solidFill>
                  <a:schemeClr val="accent5">
                    <a:lumMod val="75000"/>
                  </a:schemeClr>
                </a:solidFill>
              </a:rPr>
              <a:t>, and pipes used in their </a:t>
            </a:r>
            <a:r>
              <a:rPr lang="en-GB" dirty="0" smtClean="0">
                <a:solidFill>
                  <a:schemeClr val="accent5">
                    <a:lumMod val="75000"/>
                  </a:schemeClr>
                </a:solidFill>
              </a:rPr>
              <a:t>templates.</a:t>
            </a:r>
          </a:p>
          <a:p>
            <a:pPr marL="101596" indent="0">
              <a:buNone/>
            </a:pPr>
            <a:r>
              <a:rPr lang="en-GB" dirty="0">
                <a:solidFill>
                  <a:schemeClr val="accent5">
                    <a:lumMod val="75000"/>
                  </a:schemeClr>
                </a:solidFill>
              </a:rPr>
              <a:t>	</a:t>
            </a:r>
            <a:r>
              <a:rPr lang="en-GB" dirty="0" smtClean="0">
                <a:solidFill>
                  <a:schemeClr val="accent5">
                    <a:lumMod val="75000"/>
                  </a:schemeClr>
                </a:solidFill>
              </a:rPr>
              <a:t>	</a:t>
            </a:r>
          </a:p>
          <a:p>
            <a:pPr marL="101596" indent="0">
              <a:buNone/>
            </a:pPr>
            <a:r>
              <a:rPr lang="en-GB" dirty="0">
                <a:solidFill>
                  <a:schemeClr val="accent5">
                    <a:lumMod val="75000"/>
                  </a:schemeClr>
                </a:solidFill>
              </a:rPr>
              <a:t>	</a:t>
            </a:r>
            <a:r>
              <a:rPr lang="en-GB" dirty="0" smtClean="0">
                <a:solidFill>
                  <a:schemeClr val="accent5">
                    <a:lumMod val="75000"/>
                  </a:schemeClr>
                </a:solidFill>
              </a:rPr>
              <a:t>Standalone Component is by default available to other components.</a:t>
            </a:r>
            <a:endParaRPr lang="en-GB" dirty="0">
              <a:solidFill>
                <a:schemeClr val="accent5">
                  <a:lumMod val="75000"/>
                </a:schemeClr>
              </a:solidFill>
            </a:endParaRPr>
          </a:p>
          <a:p>
            <a:pPr marL="101596" indent="0">
              <a:buNone/>
            </a:pPr>
            <a:endParaRPr lang="en-GB" dirty="0" smtClean="0">
              <a:solidFill>
                <a:schemeClr val="accent5">
                  <a:lumMod val="75000"/>
                </a:schemeClr>
              </a:solidFill>
            </a:endParaRPr>
          </a:p>
        </p:txBody>
      </p:sp>
    </p:spTree>
    <p:extLst>
      <p:ext uri="{BB962C8B-B14F-4D97-AF65-F5344CB8AC3E}">
        <p14:creationId xmlns:p14="http://schemas.microsoft.com/office/powerpoint/2010/main" val="3117508260"/>
      </p:ext>
    </p:extLst>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Standalone Component</a:t>
            </a:r>
            <a:endParaRPr lang="en-US" dirty="0"/>
          </a:p>
        </p:txBody>
      </p:sp>
      <p:sp>
        <p:nvSpPr>
          <p:cNvPr id="3" name="Slide Number Placeholder 2"/>
          <p:cNvSpPr>
            <a:spLocks noGrp="1"/>
          </p:cNvSpPr>
          <p:nvPr>
            <p:ph type="sldNum" idx="4"/>
          </p:nvPr>
        </p:nvSpPr>
        <p:spPr/>
        <p:txBody>
          <a:bodyPr/>
          <a:lstStyle/>
          <a:p>
            <a:fld id="{A5FE59A5-F4B4-47F3-8C4B-BD6C0C97D865}" type="slidenum">
              <a:rPr lang="en-IN" smtClean="0"/>
              <a:t>19</a:t>
            </a:fld>
            <a:endParaRPr lang="en-IN" dirty="0"/>
          </a:p>
        </p:txBody>
      </p:sp>
      <p:pic>
        <p:nvPicPr>
          <p:cNvPr id="5" name="Picture 4"/>
          <p:cNvPicPr>
            <a:picLocks noChangeAspect="1"/>
          </p:cNvPicPr>
          <p:nvPr/>
        </p:nvPicPr>
        <p:blipFill>
          <a:blip r:embed="rId2"/>
          <a:stretch>
            <a:fillRect/>
          </a:stretch>
        </p:blipFill>
        <p:spPr>
          <a:xfrm>
            <a:off x="424168" y="841523"/>
            <a:ext cx="8924926" cy="3180850"/>
          </a:xfrm>
          <a:prstGeom prst="rect">
            <a:avLst/>
          </a:prstGeom>
        </p:spPr>
      </p:pic>
      <p:pic>
        <p:nvPicPr>
          <p:cNvPr id="6" name="Picture 5"/>
          <p:cNvPicPr>
            <a:picLocks noChangeAspect="1"/>
          </p:cNvPicPr>
          <p:nvPr/>
        </p:nvPicPr>
        <p:blipFill>
          <a:blip r:embed="rId3"/>
          <a:stretch>
            <a:fillRect/>
          </a:stretch>
        </p:blipFill>
        <p:spPr>
          <a:xfrm>
            <a:off x="424169" y="4251723"/>
            <a:ext cx="8924925" cy="2085975"/>
          </a:xfrm>
          <a:prstGeom prst="rect">
            <a:avLst/>
          </a:prstGeom>
        </p:spPr>
      </p:pic>
    </p:spTree>
    <p:extLst>
      <p:ext uri="{BB962C8B-B14F-4D97-AF65-F5344CB8AC3E}">
        <p14:creationId xmlns:p14="http://schemas.microsoft.com/office/powerpoint/2010/main" val="3970711329"/>
      </p:ext>
    </p:extLst>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Standalone Component Flow</a:t>
            </a:r>
            <a:endParaRPr lang="en-US" dirty="0"/>
          </a:p>
        </p:txBody>
      </p:sp>
      <p:sp>
        <p:nvSpPr>
          <p:cNvPr id="3" name="Slide Number Placeholder 2"/>
          <p:cNvSpPr>
            <a:spLocks noGrp="1"/>
          </p:cNvSpPr>
          <p:nvPr>
            <p:ph type="sldNum" idx="4"/>
          </p:nvPr>
        </p:nvSpPr>
        <p:spPr/>
        <p:txBody>
          <a:bodyPr/>
          <a:lstStyle/>
          <a:p>
            <a:fld id="{A5FE59A5-F4B4-47F3-8C4B-BD6C0C97D865}" type="slidenum">
              <a:rPr lang="en-IN" smtClean="0"/>
              <a:t>20</a:t>
            </a:fld>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37" y="1000000"/>
            <a:ext cx="12154525" cy="4858000"/>
          </a:xfrm>
          <a:prstGeom prst="rect">
            <a:avLst/>
          </a:prstGeom>
        </p:spPr>
      </p:pic>
    </p:spTree>
    <p:extLst>
      <p:ext uri="{BB962C8B-B14F-4D97-AF65-F5344CB8AC3E}">
        <p14:creationId xmlns:p14="http://schemas.microsoft.com/office/powerpoint/2010/main" val="3456017668"/>
      </p:ext>
    </p:extLst>
  </p:cSld>
  <p:clrMapOvr>
    <a:masterClrMapping/>
  </p:clrMapOvr>
  <p:transition>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 y="78726"/>
            <a:ext cx="6730423" cy="492443"/>
          </a:xfrm>
        </p:spPr>
        <p:txBody>
          <a:bodyPr/>
          <a:lstStyle/>
          <a:p>
            <a:r>
              <a:rPr lang="en-GB" sz="3200" dirty="0" smtClean="0"/>
              <a:t>Traditional Components</a:t>
            </a:r>
            <a:endParaRPr lang="en-US" sz="3200" dirty="0"/>
          </a:p>
        </p:txBody>
      </p:sp>
      <p:sp>
        <p:nvSpPr>
          <p:cNvPr id="3" name="Slide Number Placeholder 2"/>
          <p:cNvSpPr>
            <a:spLocks noGrp="1"/>
          </p:cNvSpPr>
          <p:nvPr>
            <p:ph type="sldNum" idx="4"/>
          </p:nvPr>
        </p:nvSpPr>
        <p:spPr/>
        <p:txBody>
          <a:bodyPr/>
          <a:lstStyle/>
          <a:p>
            <a:fld id="{A5FE59A5-F4B4-47F3-8C4B-BD6C0C97D865}" type="slidenum">
              <a:rPr lang="en-IN" smtClean="0"/>
              <a:t>21</a:t>
            </a:fld>
            <a:endParaRPr lang="en-IN" dirty="0"/>
          </a:p>
        </p:txBody>
      </p:sp>
      <p:sp>
        <p:nvSpPr>
          <p:cNvPr id="5" name="Text Placeholder 4"/>
          <p:cNvSpPr>
            <a:spLocks noGrp="1"/>
          </p:cNvSpPr>
          <p:nvPr>
            <p:ph type="body" sz="quarter" idx="10"/>
          </p:nvPr>
        </p:nvSpPr>
        <p:spPr/>
        <p:txBody>
          <a:bodyPr/>
          <a:lstStyle/>
          <a:p>
            <a:pPr marL="101596" indent="0">
              <a:buNone/>
            </a:pPr>
            <a:endParaRPr lang="en-GB" dirty="0" smtClean="0"/>
          </a:p>
          <a:p>
            <a:pPr marL="101596" indent="0">
              <a:buNone/>
            </a:pPr>
            <a:endParaRPr lang="en-US" dirty="0"/>
          </a:p>
        </p:txBody>
      </p:sp>
      <p:pic>
        <p:nvPicPr>
          <p:cNvPr id="8" name="Picture 7"/>
          <p:cNvPicPr>
            <a:picLocks noChangeAspect="1"/>
          </p:cNvPicPr>
          <p:nvPr/>
        </p:nvPicPr>
        <p:blipFill>
          <a:blip r:embed="rId2"/>
          <a:stretch>
            <a:fillRect/>
          </a:stretch>
        </p:blipFill>
        <p:spPr>
          <a:xfrm>
            <a:off x="5489760" y="1010194"/>
            <a:ext cx="6493407" cy="3795726"/>
          </a:xfrm>
          <a:prstGeom prst="rect">
            <a:avLst/>
          </a:prstGeom>
        </p:spPr>
      </p:pic>
      <p:pic>
        <p:nvPicPr>
          <p:cNvPr id="9" name="Picture 8"/>
          <p:cNvPicPr>
            <a:picLocks noChangeAspect="1"/>
          </p:cNvPicPr>
          <p:nvPr/>
        </p:nvPicPr>
        <p:blipFill>
          <a:blip r:embed="rId3"/>
          <a:stretch>
            <a:fillRect/>
          </a:stretch>
        </p:blipFill>
        <p:spPr>
          <a:xfrm>
            <a:off x="167218" y="1010194"/>
            <a:ext cx="4916060" cy="2888662"/>
          </a:xfrm>
          <a:prstGeom prst="rect">
            <a:avLst/>
          </a:prstGeom>
        </p:spPr>
      </p:pic>
      <p:pic>
        <p:nvPicPr>
          <p:cNvPr id="10" name="Picture 9"/>
          <p:cNvPicPr>
            <a:picLocks noChangeAspect="1"/>
          </p:cNvPicPr>
          <p:nvPr/>
        </p:nvPicPr>
        <p:blipFill>
          <a:blip r:embed="rId4"/>
          <a:stretch>
            <a:fillRect/>
          </a:stretch>
        </p:blipFill>
        <p:spPr>
          <a:xfrm>
            <a:off x="349967" y="4620168"/>
            <a:ext cx="10115550" cy="1790700"/>
          </a:xfrm>
          <a:prstGeom prst="rect">
            <a:avLst/>
          </a:prstGeom>
        </p:spPr>
      </p:pic>
    </p:spTree>
    <p:extLst>
      <p:ext uri="{BB962C8B-B14F-4D97-AF65-F5344CB8AC3E}">
        <p14:creationId xmlns:p14="http://schemas.microsoft.com/office/powerpoint/2010/main" val="1236220534"/>
      </p:ext>
    </p:extLst>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Traditional Component Flow</a:t>
            </a:r>
            <a:endParaRPr lang="en-US" dirty="0"/>
          </a:p>
        </p:txBody>
      </p:sp>
      <p:sp>
        <p:nvSpPr>
          <p:cNvPr id="3" name="Slide Number Placeholder 2"/>
          <p:cNvSpPr>
            <a:spLocks noGrp="1"/>
          </p:cNvSpPr>
          <p:nvPr>
            <p:ph type="sldNum" idx="4"/>
          </p:nvPr>
        </p:nvSpPr>
        <p:spPr/>
        <p:txBody>
          <a:bodyPr/>
          <a:lstStyle/>
          <a:p>
            <a:fld id="{A5FE59A5-F4B4-47F3-8C4B-BD6C0C97D865}" type="slidenum">
              <a:rPr lang="en-IN" smtClean="0"/>
              <a:t>22</a:t>
            </a:fld>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37" y="1000000"/>
            <a:ext cx="12154525" cy="4858000"/>
          </a:xfrm>
          <a:prstGeom prst="rect">
            <a:avLst/>
          </a:prstGeom>
        </p:spPr>
      </p:pic>
    </p:spTree>
    <p:extLst>
      <p:ext uri="{BB962C8B-B14F-4D97-AF65-F5344CB8AC3E}">
        <p14:creationId xmlns:p14="http://schemas.microsoft.com/office/powerpoint/2010/main" val="4283794772"/>
      </p:ext>
    </p:extLst>
  </p:cSld>
  <p:clrMapOvr>
    <a:masterClrMapping/>
  </p:clrMapOvr>
  <p:transition>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Components</a:t>
            </a:r>
            <a:endParaRPr lang="en-US" dirty="0"/>
          </a:p>
        </p:txBody>
      </p:sp>
      <p:sp>
        <p:nvSpPr>
          <p:cNvPr id="3" name="Slide Number Placeholder 2"/>
          <p:cNvSpPr>
            <a:spLocks noGrp="1"/>
          </p:cNvSpPr>
          <p:nvPr>
            <p:ph type="sldNum" idx="4"/>
          </p:nvPr>
        </p:nvSpPr>
        <p:spPr/>
        <p:txBody>
          <a:bodyPr/>
          <a:lstStyle/>
          <a:p>
            <a:fld id="{A5FE59A5-F4B4-47F3-8C4B-BD6C0C97D865}" type="slidenum">
              <a:rPr lang="en-IN" smtClean="0"/>
              <a:t>23</a:t>
            </a:fld>
            <a:endParaRPr lang="en-IN" dirty="0"/>
          </a:p>
        </p:txBody>
      </p:sp>
      <p:sp>
        <p:nvSpPr>
          <p:cNvPr id="4" name="Text Placeholder 3"/>
          <p:cNvSpPr>
            <a:spLocks noGrp="1"/>
          </p:cNvSpPr>
          <p:nvPr>
            <p:ph type="body" sz="quarter" idx="10"/>
          </p:nvPr>
        </p:nvSpPr>
        <p:spPr/>
        <p:txBody>
          <a:bodyPr/>
          <a:lstStyle/>
          <a:p>
            <a:pPr marL="101596" indent="0">
              <a:buNone/>
            </a:pPr>
            <a:endParaRPr lang="en-GB" dirty="0">
              <a:solidFill>
                <a:schemeClr val="accent5">
                  <a:lumMod val="75000"/>
                </a:schemeClr>
              </a:solidFill>
            </a:endParaRPr>
          </a:p>
          <a:p>
            <a:r>
              <a:rPr lang="en-GB" dirty="0">
                <a:solidFill>
                  <a:schemeClr val="accent5">
                    <a:lumMod val="75000"/>
                  </a:schemeClr>
                </a:solidFill>
              </a:rPr>
              <a:t>Angular creates an instance of the component for every matching HTML element it encounters. The DOM element that matches a component's selector is referred to as that component's </a:t>
            </a:r>
            <a:r>
              <a:rPr lang="en-GB" b="1" dirty="0">
                <a:solidFill>
                  <a:schemeClr val="accent5">
                    <a:lumMod val="75000"/>
                  </a:schemeClr>
                </a:solidFill>
              </a:rPr>
              <a:t>host element</a:t>
            </a:r>
            <a:r>
              <a:rPr lang="en-GB" dirty="0">
                <a:solidFill>
                  <a:schemeClr val="accent5">
                    <a:lumMod val="75000"/>
                  </a:schemeClr>
                </a:solidFill>
              </a:rPr>
              <a:t>.</a:t>
            </a:r>
          </a:p>
          <a:p>
            <a:endParaRPr lang="en-GB" dirty="0"/>
          </a:p>
          <a:p>
            <a:r>
              <a:rPr lang="en-GB" dirty="0">
                <a:solidFill>
                  <a:schemeClr val="accent5">
                    <a:lumMod val="75000"/>
                  </a:schemeClr>
                </a:solidFill>
              </a:rPr>
              <a:t>The DOM rendered by a component, corresponding to that component's template, is called that component's </a:t>
            </a:r>
            <a:r>
              <a:rPr lang="en-GB" b="1" dirty="0">
                <a:solidFill>
                  <a:schemeClr val="accent5">
                    <a:lumMod val="75000"/>
                  </a:schemeClr>
                </a:solidFill>
              </a:rPr>
              <a:t>view</a:t>
            </a:r>
            <a:r>
              <a:rPr lang="en-GB" dirty="0">
                <a:solidFill>
                  <a:schemeClr val="accent5">
                    <a:lumMod val="75000"/>
                  </a:schemeClr>
                </a:solidFill>
              </a:rPr>
              <a:t>.</a:t>
            </a:r>
            <a:endParaRPr lang="en-US" dirty="0">
              <a:solidFill>
                <a:schemeClr val="accent5">
                  <a:lumMod val="75000"/>
                </a:schemeClr>
              </a:solidFill>
            </a:endParaRPr>
          </a:p>
          <a:p>
            <a:pPr marL="101596" indent="0">
              <a:buNone/>
            </a:pPr>
            <a:endParaRPr lang="en-US" dirty="0"/>
          </a:p>
        </p:txBody>
      </p:sp>
    </p:spTree>
    <p:extLst>
      <p:ext uri="{BB962C8B-B14F-4D97-AF65-F5344CB8AC3E}">
        <p14:creationId xmlns:p14="http://schemas.microsoft.com/office/powerpoint/2010/main" val="1068535853"/>
      </p:ext>
    </p:extLst>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Style Scoping</a:t>
            </a:r>
            <a:endParaRPr lang="en-US" dirty="0"/>
          </a:p>
        </p:txBody>
      </p:sp>
      <p:sp>
        <p:nvSpPr>
          <p:cNvPr id="3" name="Slide Number Placeholder 2"/>
          <p:cNvSpPr>
            <a:spLocks noGrp="1"/>
          </p:cNvSpPr>
          <p:nvPr>
            <p:ph type="sldNum" idx="4"/>
          </p:nvPr>
        </p:nvSpPr>
        <p:spPr/>
        <p:txBody>
          <a:bodyPr/>
          <a:lstStyle/>
          <a:p>
            <a:fld id="{A5FE59A5-F4B4-47F3-8C4B-BD6C0C97D865}" type="slidenum">
              <a:rPr lang="en-IN" smtClean="0"/>
              <a:t>24</a:t>
            </a:fld>
            <a:endParaRPr lang="en-IN" dirty="0"/>
          </a:p>
        </p:txBody>
      </p:sp>
      <p:sp>
        <p:nvSpPr>
          <p:cNvPr id="4" name="Text Placeholder 3"/>
          <p:cNvSpPr>
            <a:spLocks noGrp="1"/>
          </p:cNvSpPr>
          <p:nvPr>
            <p:ph type="body" sz="quarter" idx="10"/>
          </p:nvPr>
        </p:nvSpPr>
        <p:spPr/>
        <p:txBody>
          <a:bodyPr/>
          <a:lstStyle/>
          <a:p>
            <a:pPr marL="101596" indent="0">
              <a:buNone/>
            </a:pPr>
            <a:r>
              <a:rPr lang="en-US" dirty="0" smtClean="0"/>
              <a:t>	</a:t>
            </a:r>
            <a:r>
              <a:rPr lang="en-US" b="1" dirty="0" smtClean="0">
                <a:solidFill>
                  <a:schemeClr val="accent5">
                    <a:lumMod val="75000"/>
                  </a:schemeClr>
                </a:solidFill>
              </a:rPr>
              <a:t>Every </a:t>
            </a:r>
            <a:r>
              <a:rPr lang="en-US" b="1" dirty="0">
                <a:solidFill>
                  <a:schemeClr val="accent5">
                    <a:lumMod val="75000"/>
                  </a:schemeClr>
                </a:solidFill>
              </a:rPr>
              <a:t>component has </a:t>
            </a:r>
            <a:r>
              <a:rPr lang="en-US" b="1" dirty="0" smtClean="0">
                <a:solidFill>
                  <a:schemeClr val="accent5">
                    <a:lumMod val="75000"/>
                  </a:schemeClr>
                </a:solidFill>
              </a:rPr>
              <a:t>a view encapsulation </a:t>
            </a:r>
            <a:r>
              <a:rPr lang="en-GB" b="1" dirty="0">
                <a:solidFill>
                  <a:schemeClr val="accent5">
                    <a:lumMod val="75000"/>
                  </a:schemeClr>
                </a:solidFill>
              </a:rPr>
              <a:t>setting that determines how the framework scopes a component's </a:t>
            </a:r>
            <a:r>
              <a:rPr lang="en-GB" b="1" dirty="0" smtClean="0">
                <a:solidFill>
                  <a:schemeClr val="accent5">
                    <a:lumMod val="75000"/>
                  </a:schemeClr>
                </a:solidFill>
              </a:rPr>
              <a:t>styles.</a:t>
            </a:r>
          </a:p>
          <a:p>
            <a:pPr marL="101596" indent="0">
              <a:buNone/>
            </a:pPr>
            <a:endParaRPr lang="en-GB" b="1" dirty="0">
              <a:solidFill>
                <a:schemeClr val="accent5">
                  <a:lumMod val="75000"/>
                </a:schemeClr>
              </a:solidFill>
            </a:endParaRPr>
          </a:p>
          <a:p>
            <a:pPr marL="101596" indent="0">
              <a:buNone/>
            </a:pPr>
            <a:r>
              <a:rPr lang="en-GB" b="1" dirty="0" smtClean="0">
                <a:solidFill>
                  <a:schemeClr val="accent5">
                    <a:lumMod val="75000"/>
                  </a:schemeClr>
                </a:solidFill>
              </a:rPr>
              <a:t>There are three types of View Encapsulation Mode</a:t>
            </a:r>
          </a:p>
          <a:p>
            <a:pPr>
              <a:buFontTx/>
              <a:buChar char="-"/>
            </a:pPr>
            <a:r>
              <a:rPr lang="en-GB" dirty="0" smtClean="0">
                <a:solidFill>
                  <a:schemeClr val="accent5">
                    <a:lumMod val="75000"/>
                  </a:schemeClr>
                </a:solidFill>
              </a:rPr>
              <a:t>Emulated</a:t>
            </a:r>
          </a:p>
          <a:p>
            <a:pPr>
              <a:buFontTx/>
              <a:buChar char="-"/>
            </a:pPr>
            <a:r>
              <a:rPr lang="en-GB" dirty="0" err="1" smtClean="0">
                <a:solidFill>
                  <a:schemeClr val="accent5">
                    <a:lumMod val="75000"/>
                  </a:schemeClr>
                </a:solidFill>
              </a:rPr>
              <a:t>ShadowDom</a:t>
            </a:r>
            <a:endParaRPr lang="en-GB" dirty="0" smtClean="0">
              <a:solidFill>
                <a:schemeClr val="accent5">
                  <a:lumMod val="75000"/>
                </a:schemeClr>
              </a:solidFill>
            </a:endParaRPr>
          </a:p>
          <a:p>
            <a:pPr>
              <a:buFontTx/>
              <a:buChar char="-"/>
            </a:pPr>
            <a:r>
              <a:rPr lang="en-GB" dirty="0" smtClean="0">
                <a:solidFill>
                  <a:schemeClr val="accent5">
                    <a:lumMod val="75000"/>
                  </a:schemeClr>
                </a:solidFill>
              </a:rPr>
              <a:t>None</a:t>
            </a:r>
          </a:p>
          <a:p>
            <a:pPr>
              <a:buFontTx/>
              <a:buChar char="-"/>
            </a:pPr>
            <a:endParaRPr lang="en-GB" dirty="0">
              <a:solidFill>
                <a:schemeClr val="accent5">
                  <a:lumMod val="75000"/>
                </a:schemeClr>
              </a:solidFill>
            </a:endParaRPr>
          </a:p>
          <a:p>
            <a:pPr marL="101596" indent="0">
              <a:buNone/>
            </a:pPr>
            <a:r>
              <a:rPr lang="en-GB" b="1" dirty="0" err="1" smtClean="0">
                <a:solidFill>
                  <a:schemeClr val="accent5">
                    <a:lumMod val="75000"/>
                  </a:schemeClr>
                </a:solidFill>
              </a:rPr>
              <a:t>ViewEncapsulation.Emulated</a:t>
            </a:r>
            <a:r>
              <a:rPr lang="en-GB" b="1" dirty="0" smtClean="0">
                <a:solidFill>
                  <a:schemeClr val="accent5">
                    <a:lumMod val="75000"/>
                  </a:schemeClr>
                </a:solidFill>
              </a:rPr>
              <a:t>:</a:t>
            </a:r>
          </a:p>
          <a:p>
            <a:pPr>
              <a:buFontTx/>
              <a:buChar char="-"/>
            </a:pPr>
            <a:r>
              <a:rPr lang="en-GB" dirty="0">
                <a:solidFill>
                  <a:schemeClr val="accent5">
                    <a:lumMod val="75000"/>
                  </a:schemeClr>
                </a:solidFill>
              </a:rPr>
              <a:t>Angular </a:t>
            </a:r>
            <a:r>
              <a:rPr lang="en-GB" dirty="0">
                <a:solidFill>
                  <a:schemeClr val="accent5">
                    <a:lumMod val="75000"/>
                  </a:schemeClr>
                </a:solidFill>
              </a:rPr>
              <a:t>uses emulated encapsulation so that a component's styles only apply to elements defined in that component's template</a:t>
            </a:r>
            <a:r>
              <a:rPr lang="en-GB" dirty="0">
                <a:solidFill>
                  <a:schemeClr val="accent5">
                    <a:lumMod val="75000"/>
                  </a:schemeClr>
                </a:solidFill>
              </a:rPr>
              <a:t>.</a:t>
            </a:r>
          </a:p>
          <a:p>
            <a:pPr>
              <a:buFontTx/>
              <a:buChar char="-"/>
            </a:pPr>
            <a:endParaRPr lang="en-GB" dirty="0">
              <a:solidFill>
                <a:schemeClr val="accent5">
                  <a:lumMod val="75000"/>
                </a:schemeClr>
              </a:solidFill>
            </a:endParaRPr>
          </a:p>
          <a:p>
            <a:pPr>
              <a:buFontTx/>
              <a:buChar char="-"/>
            </a:pPr>
            <a:r>
              <a:rPr lang="en-GB" dirty="0">
                <a:solidFill>
                  <a:schemeClr val="accent5">
                    <a:lumMod val="75000"/>
                  </a:schemeClr>
                </a:solidFill>
              </a:rPr>
              <a:t>I</a:t>
            </a:r>
            <a:r>
              <a:rPr lang="en-GB" dirty="0">
                <a:solidFill>
                  <a:schemeClr val="accent5">
                    <a:lumMod val="75000"/>
                  </a:schemeClr>
                </a:solidFill>
              </a:rPr>
              <a:t>n this mode, the framework generates a unique HTML attribute for each component instance, adds that attribute to elements in the component's template, and inserts that attribute into the CSS selectors defined in your component's styles.</a:t>
            </a:r>
            <a:endParaRPr lang="en-US" dirty="0">
              <a:solidFill>
                <a:schemeClr val="accent5">
                  <a:lumMod val="75000"/>
                </a:schemeClr>
              </a:solidFill>
            </a:endParaRPr>
          </a:p>
        </p:txBody>
      </p:sp>
    </p:spTree>
    <p:extLst>
      <p:ext uri="{BB962C8B-B14F-4D97-AF65-F5344CB8AC3E}">
        <p14:creationId xmlns:p14="http://schemas.microsoft.com/office/powerpoint/2010/main" val="154993100"/>
      </p:ext>
    </p:extLst>
  </p:cSld>
  <p:clrMapOvr>
    <a:masterClrMapping/>
  </p:clrMapOvr>
  <p:transition>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Style Scoping</a:t>
            </a:r>
            <a:endParaRPr lang="en-US" dirty="0"/>
          </a:p>
        </p:txBody>
      </p:sp>
      <p:sp>
        <p:nvSpPr>
          <p:cNvPr id="3" name="Slide Number Placeholder 2"/>
          <p:cNvSpPr>
            <a:spLocks noGrp="1"/>
          </p:cNvSpPr>
          <p:nvPr>
            <p:ph type="sldNum" idx="4"/>
          </p:nvPr>
        </p:nvSpPr>
        <p:spPr/>
        <p:txBody>
          <a:bodyPr/>
          <a:lstStyle/>
          <a:p>
            <a:fld id="{A5FE59A5-F4B4-47F3-8C4B-BD6C0C97D865}" type="slidenum">
              <a:rPr lang="en-IN" smtClean="0"/>
              <a:t>25</a:t>
            </a:fld>
            <a:endParaRPr lang="en-IN" dirty="0"/>
          </a:p>
        </p:txBody>
      </p:sp>
      <p:sp>
        <p:nvSpPr>
          <p:cNvPr id="4" name="Text Placeholder 3"/>
          <p:cNvSpPr>
            <a:spLocks noGrp="1"/>
          </p:cNvSpPr>
          <p:nvPr>
            <p:ph type="body" sz="quarter" idx="10"/>
          </p:nvPr>
        </p:nvSpPr>
        <p:spPr/>
        <p:txBody>
          <a:bodyPr/>
          <a:lstStyle/>
          <a:p>
            <a:pPr marL="101596" indent="0">
              <a:buNone/>
            </a:pPr>
            <a:r>
              <a:rPr lang="en-GB" b="1" dirty="0" err="1" smtClean="0">
                <a:solidFill>
                  <a:schemeClr val="accent5">
                    <a:lumMod val="75000"/>
                  </a:schemeClr>
                </a:solidFill>
              </a:rPr>
              <a:t>ViewEncapsulation.ShadowDom</a:t>
            </a:r>
            <a:r>
              <a:rPr lang="en-GB" b="1" dirty="0" smtClean="0">
                <a:solidFill>
                  <a:schemeClr val="accent5">
                    <a:lumMod val="75000"/>
                  </a:schemeClr>
                </a:solidFill>
              </a:rPr>
              <a:t>:</a:t>
            </a:r>
          </a:p>
          <a:p>
            <a:pPr marL="101596" indent="0">
              <a:buNone/>
            </a:pPr>
            <a:endParaRPr lang="en-GB" b="1" dirty="0" smtClean="0">
              <a:solidFill>
                <a:schemeClr val="accent5">
                  <a:lumMod val="75000"/>
                </a:schemeClr>
              </a:solidFill>
            </a:endParaRPr>
          </a:p>
          <a:p>
            <a:pPr>
              <a:buFontTx/>
              <a:buChar char="-"/>
            </a:pPr>
            <a:r>
              <a:rPr lang="en-GB" dirty="0">
                <a:solidFill>
                  <a:schemeClr val="accent5">
                    <a:lumMod val="75000"/>
                  </a:schemeClr>
                </a:solidFill>
              </a:rPr>
              <a:t>When enabling </a:t>
            </a:r>
            <a:r>
              <a:rPr lang="en-GB" b="1" dirty="0" err="1" smtClean="0">
                <a:solidFill>
                  <a:schemeClr val="accent5">
                    <a:lumMod val="75000"/>
                  </a:schemeClr>
                </a:solidFill>
              </a:rPr>
              <a:t>ViewEncapsulation.ShadowDom</a:t>
            </a:r>
            <a:r>
              <a:rPr lang="en-GB" dirty="0" smtClean="0">
                <a:solidFill>
                  <a:schemeClr val="accent5">
                    <a:lumMod val="75000"/>
                  </a:schemeClr>
                </a:solidFill>
              </a:rPr>
              <a:t> </a:t>
            </a:r>
            <a:r>
              <a:rPr lang="en-GB" dirty="0">
                <a:solidFill>
                  <a:schemeClr val="accent5">
                    <a:lumMod val="75000"/>
                  </a:schemeClr>
                </a:solidFill>
              </a:rPr>
              <a:t>mode, Angular attaches a shadow root to the component's host element and renders the component's template and styles into the corresponding shadow tree</a:t>
            </a:r>
            <a:r>
              <a:rPr lang="en-GB" dirty="0" smtClean="0">
                <a:solidFill>
                  <a:schemeClr val="accent5">
                    <a:lumMod val="75000"/>
                  </a:schemeClr>
                </a:solidFill>
              </a:rPr>
              <a:t>.</a:t>
            </a:r>
          </a:p>
          <a:p>
            <a:pPr>
              <a:buFontTx/>
              <a:buChar char="-"/>
            </a:pPr>
            <a:endParaRPr lang="en-GB" dirty="0">
              <a:solidFill>
                <a:schemeClr val="accent5">
                  <a:lumMod val="75000"/>
                </a:schemeClr>
              </a:solidFill>
            </a:endParaRPr>
          </a:p>
          <a:p>
            <a:pPr>
              <a:buFontTx/>
              <a:buChar char="-"/>
            </a:pPr>
            <a:r>
              <a:rPr lang="en-GB" dirty="0">
                <a:solidFill>
                  <a:schemeClr val="accent5">
                    <a:lumMod val="75000"/>
                  </a:schemeClr>
                </a:solidFill>
              </a:rPr>
              <a:t>This mode strictly guarantees that </a:t>
            </a:r>
            <a:r>
              <a:rPr lang="en-GB" i="1" dirty="0">
                <a:solidFill>
                  <a:schemeClr val="accent5">
                    <a:lumMod val="75000"/>
                  </a:schemeClr>
                </a:solidFill>
              </a:rPr>
              <a:t>only</a:t>
            </a:r>
            <a:r>
              <a:rPr lang="en-GB" dirty="0">
                <a:solidFill>
                  <a:schemeClr val="accent5">
                    <a:lumMod val="75000"/>
                  </a:schemeClr>
                </a:solidFill>
              </a:rPr>
              <a:t> that component's styles apply to elements in the component's template. Global styles cannot affect elements in a shadow tree and styles inside the shadow tree cannot affect elements outside of that shadow tree.</a:t>
            </a:r>
            <a:endParaRPr lang="en-US" dirty="0">
              <a:solidFill>
                <a:schemeClr val="accent5">
                  <a:lumMod val="75000"/>
                </a:schemeClr>
              </a:solidFill>
            </a:endParaRPr>
          </a:p>
        </p:txBody>
      </p:sp>
    </p:spTree>
    <p:extLst>
      <p:ext uri="{BB962C8B-B14F-4D97-AF65-F5344CB8AC3E}">
        <p14:creationId xmlns:p14="http://schemas.microsoft.com/office/powerpoint/2010/main" val="2310342809"/>
      </p:ext>
    </p:extLst>
  </p:cSld>
  <p:clrMapOvr>
    <a:masterClrMapping/>
  </p:clrMapOvr>
  <p:transition>
    <p:fade thruBlk="1"/>
  </p:transition>
</p:sld>
</file>

<file path=ppt/theme/theme1.xml><?xml version="1.0" encoding="utf-8"?>
<a:theme xmlns:a="http://schemas.openxmlformats.org/drawingml/2006/main" name="TYSS_2019">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3A692904-7DD0-4B3D-BF46-9B766DB95F27}" vid="{D00B10FD-57D4-47B0-A782-19711B3275CB}"/>
    </a:ext>
  </a:extLst>
</a:theme>
</file>

<file path=docProps/app.xml><?xml version="1.0" encoding="utf-8"?>
<Properties xmlns="http://schemas.openxmlformats.org/officeDocument/2006/extended-properties" xmlns:vt="http://schemas.openxmlformats.org/officeDocument/2006/docPropsVTypes">
  <Template/>
  <TotalTime>1626</TotalTime>
  <Words>1760</Words>
  <Application>Microsoft Office PowerPoint</Application>
  <PresentationFormat>Widescreen</PresentationFormat>
  <Paragraphs>234</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Arvo</vt:lpstr>
      <vt:lpstr>Roboto Condensed</vt:lpstr>
      <vt:lpstr>Wingdings</vt:lpstr>
      <vt:lpstr>TYSS_2019</vt:lpstr>
      <vt:lpstr>Angular</vt:lpstr>
      <vt:lpstr>What is Angular?</vt:lpstr>
      <vt:lpstr>Features of Angular?</vt:lpstr>
      <vt:lpstr>SPA vs MPA</vt:lpstr>
      <vt:lpstr>Angular Version History</vt:lpstr>
      <vt:lpstr>Angular Version History</vt:lpstr>
      <vt:lpstr>Angular Versioning and Release</vt:lpstr>
      <vt:lpstr>Setting Up Development Env</vt:lpstr>
      <vt:lpstr>Creating a Workspace and Initial Application</vt:lpstr>
      <vt:lpstr>Server Side Rendering(SSR)</vt:lpstr>
      <vt:lpstr>Static Site Generation (Prerendering)</vt:lpstr>
      <vt:lpstr>Traditional Angular App</vt:lpstr>
      <vt:lpstr>File Structure – WorkSpace Files</vt:lpstr>
      <vt:lpstr>File Structure – WorkSpace Files</vt:lpstr>
      <vt:lpstr>File Structure – WorkSpace Files</vt:lpstr>
      <vt:lpstr>Application Source Files</vt:lpstr>
      <vt:lpstr>Application Source Files</vt:lpstr>
      <vt:lpstr>Components</vt:lpstr>
      <vt:lpstr>Standalone Component</vt:lpstr>
      <vt:lpstr>Standalone Component Flow</vt:lpstr>
      <vt:lpstr>Traditional Components</vt:lpstr>
      <vt:lpstr>Traditional Component Flow</vt:lpstr>
      <vt:lpstr>Components</vt:lpstr>
      <vt:lpstr>Style Scoping</vt:lpstr>
      <vt:lpstr>Style Scoping</vt:lpstr>
    </vt:vector>
  </TitlesOfParts>
  <Company>IGT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Livn Project</dc:title>
  <dc:creator>G M Abhilash</dc:creator>
  <cp:lastModifiedBy>G M Abhilash</cp:lastModifiedBy>
  <cp:revision>437</cp:revision>
  <dcterms:created xsi:type="dcterms:W3CDTF">2023-05-24T07:43:17Z</dcterms:created>
  <dcterms:modified xsi:type="dcterms:W3CDTF">2024-07-04T01:46:05Z</dcterms:modified>
</cp:coreProperties>
</file>